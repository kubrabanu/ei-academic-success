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"/>
  </p:notesMasterIdLst>
  <p:sldIdLst>
    <p:sldId id="256" r:id="rId5"/>
    <p:sldId id="259" r:id="rId6"/>
  </p:sldIdLst>
  <p:sldSz cx="18288000" cy="10287000"/>
  <p:notesSz cx="6858000" cy="9144000"/>
  <p:embeddedFontLst>
    <p:embeddedFont>
      <p:font typeface="Open Sauce" panose="020B0604020202020204" charset="0"/>
      <p:regular r:id="rId8"/>
    </p:embeddedFont>
    <p:embeddedFont>
      <p:font typeface="Open Sauce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EEE1A7-FEE0-89D2-BA05-2F37DC0DC117}" name="Zuger, Angie" initials="ZA" userId="S::azugerfuller@clarku.edu::52cac7ec-81b1-451e-8452-4c0cdf657a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4AF8E-E9D1-AFA0-BB07-16AF717380BD}" v="40" dt="2025-07-17T18:05:25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ger, Angie" userId="S::azugerfuller@clarku.edu::52cac7ec-81b1-451e-8452-4c0cdf657ac2" providerId="AD" clId="Web-{75F9B5DE-340A-8EFB-1BF4-C030E87D5434}"/>
    <pc:docChg chg="modSld">
      <pc:chgData name="Zuger, Angie" userId="S::azugerfuller@clarku.edu::52cac7ec-81b1-451e-8452-4c0cdf657ac2" providerId="AD" clId="Web-{75F9B5DE-340A-8EFB-1BF4-C030E87D5434}" dt="2024-12-04T15:09:05.825" v="0" actId="20577"/>
      <pc:docMkLst>
        <pc:docMk/>
      </pc:docMkLst>
      <pc:sldChg chg="modSp">
        <pc:chgData name="Zuger, Angie" userId="S::azugerfuller@clarku.edu::52cac7ec-81b1-451e-8452-4c0cdf657ac2" providerId="AD" clId="Web-{75F9B5DE-340A-8EFB-1BF4-C030E87D5434}" dt="2024-12-04T15:09:05.825" v="0" actId="20577"/>
        <pc:sldMkLst>
          <pc:docMk/>
          <pc:sldMk cId="0" sldId="268"/>
        </pc:sldMkLst>
      </pc:sldChg>
    </pc:docChg>
  </pc:docChgLst>
  <pc:docChgLst>
    <pc:chgData name="Zuger, Angie" userId="S::azugerfuller@clarku.edu::52cac7ec-81b1-451e-8452-4c0cdf657ac2" providerId="AD" clId="Web-{3F37DCC4-28F4-4B86-81C0-96C822B44D88}"/>
    <pc:docChg chg="mod addSld delSld modSld sldOrd">
      <pc:chgData name="Zuger, Angie" userId="S::azugerfuller@clarku.edu::52cac7ec-81b1-451e-8452-4c0cdf657ac2" providerId="AD" clId="Web-{3F37DCC4-28F4-4B86-81C0-96C822B44D88}" dt="2024-11-28T23:35:51.047" v="879" actId="14100"/>
      <pc:docMkLst>
        <pc:docMk/>
      </pc:docMkLst>
      <pc:sldChg chg="addSp delSp modSp">
        <pc:chgData name="Zuger, Angie" userId="S::azugerfuller@clarku.edu::52cac7ec-81b1-451e-8452-4c0cdf657ac2" providerId="AD" clId="Web-{3F37DCC4-28F4-4B86-81C0-96C822B44D88}" dt="2024-11-28T23:10:29.707" v="449" actId="1076"/>
        <pc:sldMkLst>
          <pc:docMk/>
          <pc:sldMk cId="0" sldId="256"/>
        </pc:sldMkLst>
      </pc:sldChg>
      <pc:sldChg chg="add del ord">
        <pc:chgData name="Zuger, Angie" userId="S::azugerfuller@clarku.edu::52cac7ec-81b1-451e-8452-4c0cdf657ac2" providerId="AD" clId="Web-{3F37DCC4-28F4-4B86-81C0-96C822B44D88}" dt="2024-11-28T22:51:57.948" v="78"/>
        <pc:sldMkLst>
          <pc:docMk/>
          <pc:sldMk cId="3365829294" sldId="257"/>
        </pc:sldMkLst>
      </pc:sldChg>
      <pc:sldChg chg="del">
        <pc:chgData name="Zuger, Angie" userId="S::azugerfuller@clarku.edu::52cac7ec-81b1-451e-8452-4c0cdf657ac2" providerId="AD" clId="Web-{3F37DCC4-28F4-4B86-81C0-96C822B44D88}" dt="2024-11-28T22:51:48.479" v="76"/>
        <pc:sldMkLst>
          <pc:docMk/>
          <pc:sldMk cId="0" sldId="258"/>
        </pc:sldMkLst>
      </pc:sldChg>
      <pc:sldChg chg="addSp delSp modSp ord">
        <pc:chgData name="Zuger, Angie" userId="S::azugerfuller@clarku.edu::52cac7ec-81b1-451e-8452-4c0cdf657ac2" providerId="AD" clId="Web-{3F37DCC4-28F4-4B86-81C0-96C822B44D88}" dt="2024-11-28T23:26:25.745" v="753" actId="20577"/>
        <pc:sldMkLst>
          <pc:docMk/>
          <pc:sldMk cId="0" sldId="259"/>
        </pc:sldMkLst>
      </pc:sldChg>
      <pc:sldChg chg="delSp modSp">
        <pc:chgData name="Zuger, Angie" userId="S::azugerfuller@clarku.edu::52cac7ec-81b1-451e-8452-4c0cdf657ac2" providerId="AD" clId="Web-{3F37DCC4-28F4-4B86-81C0-96C822B44D88}" dt="2024-11-28T23:28:48.876" v="812" actId="20577"/>
        <pc:sldMkLst>
          <pc:docMk/>
          <pc:sldMk cId="0" sldId="260"/>
        </pc:sldMkLst>
      </pc:sldChg>
      <pc:sldChg chg="addSp delSp modSp">
        <pc:chgData name="Zuger, Angie" userId="S::azugerfuller@clarku.edu::52cac7ec-81b1-451e-8452-4c0cdf657ac2" providerId="AD" clId="Web-{3F37DCC4-28F4-4B86-81C0-96C822B44D88}" dt="2024-11-28T23:35:51.047" v="879" actId="14100"/>
        <pc:sldMkLst>
          <pc:docMk/>
          <pc:sldMk cId="0" sldId="261"/>
        </pc:sldMkLst>
      </pc:sldChg>
      <pc:sldChg chg="modSp">
        <pc:chgData name="Zuger, Angie" userId="S::azugerfuller@clarku.edu::52cac7ec-81b1-451e-8452-4c0cdf657ac2" providerId="AD" clId="Web-{3F37DCC4-28F4-4B86-81C0-96C822B44D88}" dt="2024-11-28T22:54:18.141" v="156" actId="14100"/>
        <pc:sldMkLst>
          <pc:docMk/>
          <pc:sldMk cId="0" sldId="262"/>
        </pc:sldMkLst>
      </pc:sldChg>
      <pc:sldChg chg="addSp delSp modSp">
        <pc:chgData name="Zuger, Angie" userId="S::azugerfuller@clarku.edu::52cac7ec-81b1-451e-8452-4c0cdf657ac2" providerId="AD" clId="Web-{3F37DCC4-28F4-4B86-81C0-96C822B44D88}" dt="2024-11-28T22:59:46.278" v="261" actId="14100"/>
        <pc:sldMkLst>
          <pc:docMk/>
          <pc:sldMk cId="0" sldId="263"/>
        </pc:sldMkLst>
      </pc:sldChg>
      <pc:sldChg chg="del">
        <pc:chgData name="Zuger, Angie" userId="S::azugerfuller@clarku.edu::52cac7ec-81b1-451e-8452-4c0cdf657ac2" providerId="AD" clId="Web-{3F37DCC4-28F4-4B86-81C0-96C822B44D88}" dt="2024-11-28T22:54:43.017" v="159"/>
        <pc:sldMkLst>
          <pc:docMk/>
          <pc:sldMk cId="0" sldId="264"/>
        </pc:sldMkLst>
      </pc:sldChg>
      <pc:sldChg chg="modSp">
        <pc:chgData name="Zuger, Angie" userId="S::azugerfuller@clarku.edu::52cac7ec-81b1-451e-8452-4c0cdf657ac2" providerId="AD" clId="Web-{3F37DCC4-28F4-4B86-81C0-96C822B44D88}" dt="2024-11-28T22:55:21.878" v="171" actId="1076"/>
        <pc:sldMkLst>
          <pc:docMk/>
          <pc:sldMk cId="0" sldId="265"/>
        </pc:sldMkLst>
      </pc:sldChg>
      <pc:sldChg chg="del">
        <pc:chgData name="Zuger, Angie" userId="S::azugerfuller@clarku.edu::52cac7ec-81b1-451e-8452-4c0cdf657ac2" providerId="AD" clId="Web-{3F37DCC4-28F4-4B86-81C0-96C822B44D88}" dt="2024-11-28T22:55:30.128" v="172"/>
        <pc:sldMkLst>
          <pc:docMk/>
          <pc:sldMk cId="0" sldId="266"/>
        </pc:sldMkLst>
      </pc:sldChg>
      <pc:sldChg chg="del">
        <pc:chgData name="Zuger, Angie" userId="S::azugerfuller@clarku.edu::52cac7ec-81b1-451e-8452-4c0cdf657ac2" providerId="AD" clId="Web-{3F37DCC4-28F4-4B86-81C0-96C822B44D88}" dt="2024-11-28T22:54:39.345" v="158"/>
        <pc:sldMkLst>
          <pc:docMk/>
          <pc:sldMk cId="0" sldId="267"/>
        </pc:sldMkLst>
      </pc:sldChg>
      <pc:sldChg chg="addSp delSp modSp">
        <pc:chgData name="Zuger, Angie" userId="S::azugerfuller@clarku.edu::52cac7ec-81b1-451e-8452-4c0cdf657ac2" providerId="AD" clId="Web-{3F37DCC4-28F4-4B86-81C0-96C822B44D88}" dt="2024-11-28T23:25:36.540" v="752" actId="1076"/>
        <pc:sldMkLst>
          <pc:docMk/>
          <pc:sldMk cId="0" sldId="268"/>
        </pc:sldMkLst>
      </pc:sldChg>
      <pc:sldChg chg="addSp delSp modSp add del replId">
        <pc:chgData name="Zuger, Angie" userId="S::azugerfuller@clarku.edu::52cac7ec-81b1-451e-8452-4c0cdf657ac2" providerId="AD" clId="Web-{3F37DCC4-28F4-4B86-81C0-96C822B44D88}" dt="2024-11-28T22:58:46.338" v="246" actId="20577"/>
        <pc:sldMkLst>
          <pc:docMk/>
          <pc:sldMk cId="123256406" sldId="269"/>
        </pc:sldMkLst>
      </pc:sldChg>
      <pc:sldChg chg="new del ord">
        <pc:chgData name="Zuger, Angie" userId="S::azugerfuller@clarku.edu::52cac7ec-81b1-451e-8452-4c0cdf657ac2" providerId="AD" clId="Web-{3F37DCC4-28F4-4B86-81C0-96C822B44D88}" dt="2024-11-28T23:15:23.940" v="553"/>
        <pc:sldMkLst>
          <pc:docMk/>
          <pc:sldMk cId="3904185356" sldId="270"/>
        </pc:sldMkLst>
      </pc:sldChg>
      <pc:sldChg chg="modSp new">
        <pc:chgData name="Zuger, Angie" userId="S::azugerfuller@clarku.edu::52cac7ec-81b1-451e-8452-4c0cdf657ac2" providerId="AD" clId="Web-{3F37DCC4-28F4-4B86-81C0-96C822B44D88}" dt="2024-11-28T23:14:35.110" v="534" actId="20577"/>
        <pc:sldMkLst>
          <pc:docMk/>
          <pc:sldMk cId="243343006" sldId="271"/>
        </pc:sldMkLst>
      </pc:sldChg>
    </pc:docChg>
  </pc:docChgLst>
  <pc:docChgLst>
    <pc:chgData name="Kubra Banu, Kubra Banu" userId="S::kkubrabanu@clarku.edu::47a58eae-6f50-4d74-a3ae-5cfd2727add8" providerId="AD" clId="Web-{B754AF8E-E9D1-AFA0-BB07-16AF717380BD}"/>
    <pc:docChg chg="delSld modSld">
      <pc:chgData name="Kubra Banu, Kubra Banu" userId="S::kkubrabanu@clarku.edu::47a58eae-6f50-4d74-a3ae-5cfd2727add8" providerId="AD" clId="Web-{B754AF8E-E9D1-AFA0-BB07-16AF717380BD}" dt="2025-07-17T18:05:22.612" v="37" actId="20577"/>
      <pc:docMkLst>
        <pc:docMk/>
      </pc:docMkLst>
      <pc:sldChg chg="modSp">
        <pc:chgData name="Kubra Banu, Kubra Banu" userId="S::kkubrabanu@clarku.edu::47a58eae-6f50-4d74-a3ae-5cfd2727add8" providerId="AD" clId="Web-{B754AF8E-E9D1-AFA0-BB07-16AF717380BD}" dt="2025-07-17T18:05:22.612" v="37" actId="20577"/>
        <pc:sldMkLst>
          <pc:docMk/>
          <pc:sldMk cId="0" sldId="256"/>
        </pc:sldMkLst>
        <pc:spChg chg="mod">
          <ac:chgData name="Kubra Banu, Kubra Banu" userId="S::kkubrabanu@clarku.edu::47a58eae-6f50-4d74-a3ae-5cfd2727add8" providerId="AD" clId="Web-{B754AF8E-E9D1-AFA0-BB07-16AF717380BD}" dt="2025-07-17T18:05:22.612" v="37" actId="20577"/>
          <ac:spMkLst>
            <pc:docMk/>
            <pc:sldMk cId="0" sldId="256"/>
            <ac:spMk id="17" creationId="{2E4A92D1-4485-118D-60B6-949F6304E9BA}"/>
          </ac:spMkLst>
        </pc:spChg>
      </pc:sldChg>
      <pc:sldChg chg="del">
        <pc:chgData name="Kubra Banu, Kubra Banu" userId="S::kkubrabanu@clarku.edu::47a58eae-6f50-4d74-a3ae-5cfd2727add8" providerId="AD" clId="Web-{B754AF8E-E9D1-AFA0-BB07-16AF717380BD}" dt="2025-07-17T18:04:51.938" v="0"/>
        <pc:sldMkLst>
          <pc:docMk/>
          <pc:sldMk cId="0" sldId="260"/>
        </pc:sldMkLst>
      </pc:sldChg>
      <pc:sldChg chg="del">
        <pc:chgData name="Kubra Banu, Kubra Banu" userId="S::kkubrabanu@clarku.edu::47a58eae-6f50-4d74-a3ae-5cfd2727add8" providerId="AD" clId="Web-{B754AF8E-E9D1-AFA0-BB07-16AF717380BD}" dt="2025-07-17T18:04:55.204" v="1"/>
        <pc:sldMkLst>
          <pc:docMk/>
          <pc:sldMk cId="0" sldId="261"/>
        </pc:sldMkLst>
      </pc:sldChg>
      <pc:sldChg chg="del">
        <pc:chgData name="Kubra Banu, Kubra Banu" userId="S::kkubrabanu@clarku.edu::47a58eae-6f50-4d74-a3ae-5cfd2727add8" providerId="AD" clId="Web-{B754AF8E-E9D1-AFA0-BB07-16AF717380BD}" dt="2025-07-17T18:04:56.501" v="2"/>
        <pc:sldMkLst>
          <pc:docMk/>
          <pc:sldMk cId="0" sldId="262"/>
        </pc:sldMkLst>
      </pc:sldChg>
      <pc:sldChg chg="del">
        <pc:chgData name="Kubra Banu, Kubra Banu" userId="S::kkubrabanu@clarku.edu::47a58eae-6f50-4d74-a3ae-5cfd2727add8" providerId="AD" clId="Web-{B754AF8E-E9D1-AFA0-BB07-16AF717380BD}" dt="2025-07-17T18:04:56.563" v="3"/>
        <pc:sldMkLst>
          <pc:docMk/>
          <pc:sldMk cId="0" sldId="263"/>
        </pc:sldMkLst>
      </pc:sldChg>
      <pc:sldChg chg="del">
        <pc:chgData name="Kubra Banu, Kubra Banu" userId="S::kkubrabanu@clarku.edu::47a58eae-6f50-4d74-a3ae-5cfd2727add8" providerId="AD" clId="Web-{B754AF8E-E9D1-AFA0-BB07-16AF717380BD}" dt="2025-07-17T18:04:57.157" v="5"/>
        <pc:sldMkLst>
          <pc:docMk/>
          <pc:sldMk cId="0" sldId="265"/>
        </pc:sldMkLst>
      </pc:sldChg>
      <pc:sldChg chg="del">
        <pc:chgData name="Kubra Banu, Kubra Banu" userId="S::kkubrabanu@clarku.edu::47a58eae-6f50-4d74-a3ae-5cfd2727add8" providerId="AD" clId="Web-{B754AF8E-E9D1-AFA0-BB07-16AF717380BD}" dt="2025-07-17T18:04:58.969" v="6"/>
        <pc:sldMkLst>
          <pc:docMk/>
          <pc:sldMk cId="0" sldId="268"/>
        </pc:sldMkLst>
      </pc:sldChg>
      <pc:sldChg chg="del">
        <pc:chgData name="Kubra Banu, Kubra Banu" userId="S::kkubrabanu@clarku.edu::47a58eae-6f50-4d74-a3ae-5cfd2727add8" providerId="AD" clId="Web-{B754AF8E-E9D1-AFA0-BB07-16AF717380BD}" dt="2025-07-17T18:04:56.579" v="4"/>
        <pc:sldMkLst>
          <pc:docMk/>
          <pc:sldMk cId="123256406" sldId="269"/>
        </pc:sldMkLst>
      </pc:sldChg>
      <pc:sldChg chg="del">
        <pc:chgData name="Kubra Banu, Kubra Banu" userId="S::kkubrabanu@clarku.edu::47a58eae-6f50-4d74-a3ae-5cfd2727add8" providerId="AD" clId="Web-{B754AF8E-E9D1-AFA0-BB07-16AF717380BD}" dt="2025-07-17T18:05:05.986" v="7"/>
        <pc:sldMkLst>
          <pc:docMk/>
          <pc:sldMk cId="1007294011" sldId="273"/>
        </pc:sldMkLst>
      </pc:sldChg>
    </pc:docChg>
  </pc:docChgLst>
  <pc:docChgLst>
    <pc:chgData name="Zuger, Angie" userId="S::azugerfuller@clarku.edu::52cac7ec-81b1-451e-8452-4c0cdf657ac2" providerId="AD" clId="Web-{0785C3A4-ED6E-AC8A-6353-265FB9378EC5}"/>
    <pc:docChg chg="delSld modSld">
      <pc:chgData name="Zuger, Angie" userId="S::azugerfuller@clarku.edu::52cac7ec-81b1-451e-8452-4c0cdf657ac2" providerId="AD" clId="Web-{0785C3A4-ED6E-AC8A-6353-265FB9378EC5}" dt="2024-12-02T05:32:43.671" v="1107" actId="20577"/>
      <pc:docMkLst>
        <pc:docMk/>
      </pc:docMkLst>
      <pc:sldChg chg="addSp modSp">
        <pc:chgData name="Zuger, Angie" userId="S::azugerfuller@clarku.edu::52cac7ec-81b1-451e-8452-4c0cdf657ac2" providerId="AD" clId="Web-{0785C3A4-ED6E-AC8A-6353-265FB9378EC5}" dt="2024-12-02T05:29:17.040" v="1098" actId="20577"/>
        <pc:sldMkLst>
          <pc:docMk/>
          <pc:sldMk cId="0" sldId="259"/>
        </pc:sldMkLst>
      </pc:sldChg>
      <pc:sldChg chg="addSp delSp modSp addAnim delAnim">
        <pc:chgData name="Zuger, Angie" userId="S::azugerfuller@clarku.edu::52cac7ec-81b1-451e-8452-4c0cdf657ac2" providerId="AD" clId="Web-{0785C3A4-ED6E-AC8A-6353-265FB9378EC5}" dt="2024-12-02T05:29:12.290" v="1096" actId="20577"/>
        <pc:sldMkLst>
          <pc:docMk/>
          <pc:sldMk cId="0" sldId="260"/>
        </pc:sldMkLst>
      </pc:sldChg>
      <pc:sldChg chg="modSp addAnim delAnim">
        <pc:chgData name="Zuger, Angie" userId="S::azugerfuller@clarku.edu::52cac7ec-81b1-451e-8452-4c0cdf657ac2" providerId="AD" clId="Web-{0785C3A4-ED6E-AC8A-6353-265FB9378EC5}" dt="2024-12-02T05:29:06.884" v="1094" actId="20577"/>
        <pc:sldMkLst>
          <pc:docMk/>
          <pc:sldMk cId="0" sldId="261"/>
        </pc:sldMkLst>
      </pc:sldChg>
      <pc:sldChg chg="modSp modNotes">
        <pc:chgData name="Zuger, Angie" userId="S::azugerfuller@clarku.edu::52cac7ec-81b1-451e-8452-4c0cdf657ac2" providerId="AD" clId="Web-{0785C3A4-ED6E-AC8A-6353-265FB9378EC5}" dt="2024-12-02T05:28:59.836" v="1092" actId="20577"/>
        <pc:sldMkLst>
          <pc:docMk/>
          <pc:sldMk cId="0" sldId="262"/>
        </pc:sldMkLst>
      </pc:sldChg>
      <pc:sldChg chg="addSp delSp modSp modNotes">
        <pc:chgData name="Zuger, Angie" userId="S::azugerfuller@clarku.edu::52cac7ec-81b1-451e-8452-4c0cdf657ac2" providerId="AD" clId="Web-{0785C3A4-ED6E-AC8A-6353-265FB9378EC5}" dt="2024-12-02T05:28:51.508" v="1090" actId="1076"/>
        <pc:sldMkLst>
          <pc:docMk/>
          <pc:sldMk cId="0" sldId="263"/>
        </pc:sldMkLst>
      </pc:sldChg>
      <pc:sldChg chg="modSp">
        <pc:chgData name="Zuger, Angie" userId="S::azugerfuller@clarku.edu::52cac7ec-81b1-451e-8452-4c0cdf657ac2" providerId="AD" clId="Web-{0785C3A4-ED6E-AC8A-6353-265FB9378EC5}" dt="2024-12-02T05:29:40.103" v="1100" actId="20577"/>
        <pc:sldMkLst>
          <pc:docMk/>
          <pc:sldMk cId="0" sldId="265"/>
        </pc:sldMkLst>
      </pc:sldChg>
      <pc:sldChg chg="addSp delSp modSp mod setBg modNotes">
        <pc:chgData name="Zuger, Angie" userId="S::azugerfuller@clarku.edu::52cac7ec-81b1-451e-8452-4c0cdf657ac2" providerId="AD" clId="Web-{0785C3A4-ED6E-AC8A-6353-265FB9378EC5}" dt="2024-12-02T05:28:32.883" v="1087" actId="1076"/>
        <pc:sldMkLst>
          <pc:docMk/>
          <pc:sldMk cId="123256406" sldId="269"/>
        </pc:sldMkLst>
      </pc:sldChg>
      <pc:sldChg chg="del">
        <pc:chgData name="Zuger, Angie" userId="S::azugerfuller@clarku.edu::52cac7ec-81b1-451e-8452-4c0cdf657ac2" providerId="AD" clId="Web-{0785C3A4-ED6E-AC8A-6353-265FB9378EC5}" dt="2024-12-02T05:29:47.572" v="1101"/>
        <pc:sldMkLst>
          <pc:docMk/>
          <pc:sldMk cId="243343006" sldId="271"/>
        </pc:sldMkLst>
      </pc:sldChg>
      <pc:sldChg chg="modSp">
        <pc:chgData name="Zuger, Angie" userId="S::azugerfuller@clarku.edu::52cac7ec-81b1-451e-8452-4c0cdf657ac2" providerId="AD" clId="Web-{0785C3A4-ED6E-AC8A-6353-265FB9378EC5}" dt="2024-12-02T05:32:43.671" v="1107" actId="20577"/>
        <pc:sldMkLst>
          <pc:docMk/>
          <pc:sldMk cId="1007294011" sldId="273"/>
        </pc:sldMkLst>
      </pc:sldChg>
    </pc:docChg>
  </pc:docChgLst>
  <pc:docChgLst>
    <pc:chgData name="Zuger, Angie" userId="S::azugerfuller@clarku.edu::52cac7ec-81b1-451e-8452-4c0cdf657ac2" providerId="AD" clId="Web-{DB4985B4-6025-79C8-451B-0D02FD7ED45E}"/>
    <pc:docChg chg="addSld delSld modSld">
      <pc:chgData name="Zuger, Angie" userId="S::azugerfuller@clarku.edu::52cac7ec-81b1-451e-8452-4c0cdf657ac2" providerId="AD" clId="Web-{DB4985B4-6025-79C8-451B-0D02FD7ED45E}" dt="2024-11-29T23:40:44.370" v="766" actId="20577"/>
      <pc:docMkLst>
        <pc:docMk/>
      </pc:docMkLst>
      <pc:sldChg chg="modSp">
        <pc:chgData name="Zuger, Angie" userId="S::azugerfuller@clarku.edu::52cac7ec-81b1-451e-8452-4c0cdf657ac2" providerId="AD" clId="Web-{DB4985B4-6025-79C8-451B-0D02FD7ED45E}" dt="2024-11-29T21:30:00.537" v="671" actId="20577"/>
        <pc:sldMkLst>
          <pc:docMk/>
          <pc:sldMk cId="0" sldId="259"/>
        </pc:sldMkLst>
      </pc:sldChg>
      <pc:sldChg chg="addSp delSp modSp">
        <pc:chgData name="Zuger, Angie" userId="S::azugerfuller@clarku.edu::52cac7ec-81b1-451e-8452-4c0cdf657ac2" providerId="AD" clId="Web-{DB4985B4-6025-79C8-451B-0D02FD7ED45E}" dt="2024-11-29T23:40:44.370" v="766" actId="20577"/>
        <pc:sldMkLst>
          <pc:docMk/>
          <pc:sldMk cId="0" sldId="260"/>
        </pc:sldMkLst>
      </pc:sldChg>
      <pc:sldChg chg="delSp modSp modNotes">
        <pc:chgData name="Zuger, Angie" userId="S::azugerfuller@clarku.edu::52cac7ec-81b1-451e-8452-4c0cdf657ac2" providerId="AD" clId="Web-{DB4985B4-6025-79C8-451B-0D02FD7ED45E}" dt="2024-11-29T23:27:33.566" v="682" actId="14100"/>
        <pc:sldMkLst>
          <pc:docMk/>
          <pc:sldMk cId="0" sldId="261"/>
        </pc:sldMkLst>
      </pc:sldChg>
      <pc:sldChg chg="delSp modSp">
        <pc:chgData name="Zuger, Angie" userId="S::azugerfuller@clarku.edu::52cac7ec-81b1-451e-8452-4c0cdf657ac2" providerId="AD" clId="Web-{DB4985B4-6025-79C8-451B-0D02FD7ED45E}" dt="2024-11-29T21:26:52.905" v="619" actId="20577"/>
        <pc:sldMkLst>
          <pc:docMk/>
          <pc:sldMk cId="0" sldId="265"/>
        </pc:sldMkLst>
      </pc:sldChg>
      <pc:sldChg chg="delSp">
        <pc:chgData name="Zuger, Angie" userId="S::azugerfuller@clarku.edu::52cac7ec-81b1-451e-8452-4c0cdf657ac2" providerId="AD" clId="Web-{DB4985B4-6025-79C8-451B-0D02FD7ED45E}" dt="2024-11-29T19:02:38.816" v="25"/>
        <pc:sldMkLst>
          <pc:docMk/>
          <pc:sldMk cId="0" sldId="268"/>
        </pc:sldMkLst>
      </pc:sldChg>
      <pc:sldChg chg="new del">
        <pc:chgData name="Zuger, Angie" userId="S::azugerfuller@clarku.edu::52cac7ec-81b1-451e-8452-4c0cdf657ac2" providerId="AD" clId="Web-{DB4985B4-6025-79C8-451B-0D02FD7ED45E}" dt="2024-11-29T23:38:43.135" v="749"/>
        <pc:sldMkLst>
          <pc:docMk/>
          <pc:sldMk cId="3607845292" sldId="272"/>
        </pc:sldMkLst>
      </pc:sldChg>
      <pc:sldChg chg="modSp new">
        <pc:chgData name="Zuger, Angie" userId="S::azugerfuller@clarku.edu::52cac7ec-81b1-451e-8452-4c0cdf657ac2" providerId="AD" clId="Web-{DB4985B4-6025-79C8-451B-0D02FD7ED45E}" dt="2024-11-29T23:38:56.010" v="751" actId="20577"/>
        <pc:sldMkLst>
          <pc:docMk/>
          <pc:sldMk cId="1007294011" sldId="273"/>
        </pc:sldMkLst>
      </pc:sldChg>
    </pc:docChg>
  </pc:docChgLst>
  <pc:docChgLst>
    <pc:chgData name="Shanmugasundaram, Kabhilan" userId="S::kshanmugasundaram@clarku.edu::44a5164d-1332-4db1-acca-48d8c7738225" providerId="AD" clId="Web-{09B868EC-FA86-4F05-E964-E5422CB7F834}"/>
    <pc:docChg chg="modSld">
      <pc:chgData name="Shanmugasundaram, Kabhilan" userId="S::kshanmugasundaram@clarku.edu::44a5164d-1332-4db1-acca-48d8c7738225" providerId="AD" clId="Web-{09B868EC-FA86-4F05-E964-E5422CB7F834}" dt="2024-12-03T21:38:05.649" v="9" actId="14100"/>
      <pc:docMkLst>
        <pc:docMk/>
      </pc:docMkLst>
      <pc:sldChg chg="modSp">
        <pc:chgData name="Shanmugasundaram, Kabhilan" userId="S::kshanmugasundaram@clarku.edu::44a5164d-1332-4db1-acca-48d8c7738225" providerId="AD" clId="Web-{09B868EC-FA86-4F05-E964-E5422CB7F834}" dt="2024-12-03T21:24:24.466" v="0" actId="1076"/>
        <pc:sldMkLst>
          <pc:docMk/>
          <pc:sldMk cId="0" sldId="256"/>
        </pc:sldMkLst>
      </pc:sldChg>
      <pc:sldChg chg="addSp modSp">
        <pc:chgData name="Shanmugasundaram, Kabhilan" userId="S::kshanmugasundaram@clarku.edu::44a5164d-1332-4db1-acca-48d8c7738225" providerId="AD" clId="Web-{09B868EC-FA86-4F05-E964-E5422CB7F834}" dt="2024-12-03T21:38:05.649" v="9" actId="14100"/>
        <pc:sldMkLst>
          <pc:docMk/>
          <pc:sldMk cId="0" sldId="259"/>
        </pc:sldMkLst>
      </pc:sldChg>
      <pc:sldChg chg="modSp">
        <pc:chgData name="Shanmugasundaram, Kabhilan" userId="S::kshanmugasundaram@clarku.edu::44a5164d-1332-4db1-acca-48d8c7738225" providerId="AD" clId="Web-{09B868EC-FA86-4F05-E964-E5422CB7F834}" dt="2024-12-03T21:28:52.543" v="4" actId="14100"/>
        <pc:sldMkLst>
          <pc:docMk/>
          <pc:sldMk cId="0" sldId="260"/>
        </pc:sldMkLst>
      </pc:sldChg>
      <pc:sldChg chg="modSp">
        <pc:chgData name="Shanmugasundaram, Kabhilan" userId="S::kshanmugasundaram@clarku.edu::44a5164d-1332-4db1-acca-48d8c7738225" providerId="AD" clId="Web-{09B868EC-FA86-4F05-E964-E5422CB7F834}" dt="2024-12-03T21:29:38.136" v="5" actId="1076"/>
        <pc:sldMkLst>
          <pc:docMk/>
          <pc:sldMk cId="0" sldId="265"/>
        </pc:sldMkLst>
      </pc:sldChg>
    </pc:docChg>
  </pc:docChgLst>
  <pc:docChgLst>
    <pc:chgData name="Zuger, Angie" userId="S::azugerfuller@clarku.edu::52cac7ec-81b1-451e-8452-4c0cdf657ac2" providerId="AD" clId="Web-{E132BBCC-EFEC-ACA8-E94D-9B17B8415BFD}"/>
    <pc:docChg chg="delSld modSld">
      <pc:chgData name="Zuger, Angie" userId="S::azugerfuller@clarku.edu::52cac7ec-81b1-451e-8452-4c0cdf657ac2" providerId="AD" clId="Web-{E132BBCC-EFEC-ACA8-E94D-9B17B8415BFD}" dt="2024-12-03T22:54:01.566" v="702" actId="1076"/>
      <pc:docMkLst>
        <pc:docMk/>
      </pc:docMkLst>
      <pc:sldChg chg="addSp delSp modSp">
        <pc:chgData name="Zuger, Angie" userId="S::azugerfuller@clarku.edu::52cac7ec-81b1-451e-8452-4c0cdf657ac2" providerId="AD" clId="Web-{E132BBCC-EFEC-ACA8-E94D-9B17B8415BFD}" dt="2024-12-03T21:26:03.528" v="7" actId="1076"/>
        <pc:sldMkLst>
          <pc:docMk/>
          <pc:sldMk cId="0" sldId="256"/>
        </pc:sldMkLst>
      </pc:sldChg>
      <pc:sldChg chg="del">
        <pc:chgData name="Zuger, Angie" userId="S::azugerfuller@clarku.edu::52cac7ec-81b1-451e-8452-4c0cdf657ac2" providerId="AD" clId="Web-{E132BBCC-EFEC-ACA8-E94D-9B17B8415BFD}" dt="2024-12-03T21:11:45.123" v="0"/>
        <pc:sldMkLst>
          <pc:docMk/>
          <pc:sldMk cId="3365829294" sldId="257"/>
        </pc:sldMkLst>
      </pc:sldChg>
      <pc:sldChg chg="addSp delSp modSp addAnim delAnim">
        <pc:chgData name="Zuger, Angie" userId="S::azugerfuller@clarku.edu::52cac7ec-81b1-451e-8452-4c0cdf657ac2" providerId="AD" clId="Web-{E132BBCC-EFEC-ACA8-E94D-9B17B8415BFD}" dt="2024-12-03T22:07:08.097" v="692"/>
        <pc:sldMkLst>
          <pc:docMk/>
          <pc:sldMk cId="0" sldId="261"/>
        </pc:sldMkLst>
      </pc:sldChg>
      <pc:sldChg chg="addSp modSp mod setBg modNotes">
        <pc:chgData name="Zuger, Angie" userId="S::azugerfuller@clarku.edu::52cac7ec-81b1-451e-8452-4c0cdf657ac2" providerId="AD" clId="Web-{E132BBCC-EFEC-ACA8-E94D-9B17B8415BFD}" dt="2024-12-03T22:53:29.564" v="700"/>
        <pc:sldMkLst>
          <pc:docMk/>
          <pc:sldMk cId="0" sldId="263"/>
        </pc:sldMkLst>
      </pc:sldChg>
      <pc:sldChg chg="modSp">
        <pc:chgData name="Zuger, Angie" userId="S::azugerfuller@clarku.edu::52cac7ec-81b1-451e-8452-4c0cdf657ac2" providerId="AD" clId="Web-{E132BBCC-EFEC-ACA8-E94D-9B17B8415BFD}" dt="2024-12-03T21:37:55.115" v="167" actId="14100"/>
        <pc:sldMkLst>
          <pc:docMk/>
          <pc:sldMk cId="0" sldId="265"/>
        </pc:sldMkLst>
      </pc:sldChg>
      <pc:sldChg chg="addSp delSp modSp">
        <pc:chgData name="Zuger, Angie" userId="S::azugerfuller@clarku.edu::52cac7ec-81b1-451e-8452-4c0cdf657ac2" providerId="AD" clId="Web-{E132BBCC-EFEC-ACA8-E94D-9B17B8415BFD}" dt="2024-12-03T21:41:35.622" v="252"/>
        <pc:sldMkLst>
          <pc:docMk/>
          <pc:sldMk cId="0" sldId="268"/>
        </pc:sldMkLst>
      </pc:sldChg>
      <pc:sldChg chg="modSp mod setBg">
        <pc:chgData name="Zuger, Angie" userId="S::azugerfuller@clarku.edu::52cac7ec-81b1-451e-8452-4c0cdf657ac2" providerId="AD" clId="Web-{E132BBCC-EFEC-ACA8-E94D-9B17B8415BFD}" dt="2024-12-03T22:54:01.566" v="702" actId="1076"/>
        <pc:sldMkLst>
          <pc:docMk/>
          <pc:sldMk cId="123256406" sldId="269"/>
        </pc:sldMkLst>
      </pc:sldChg>
    </pc:docChg>
  </pc:docChgLst>
  <pc:docChgLst>
    <pc:chgData name="Zuger, Angie" userId="S::azugerfuller@clarku.edu::52cac7ec-81b1-451e-8452-4c0cdf657ac2" providerId="AD" clId="Web-{0D490F88-3F14-7AD5-0FB5-6AFD3F727CEC}"/>
    <pc:docChg chg="modSld">
      <pc:chgData name="Zuger, Angie" userId="S::azugerfuller@clarku.edu::52cac7ec-81b1-451e-8452-4c0cdf657ac2" providerId="AD" clId="Web-{0D490F88-3F14-7AD5-0FB5-6AFD3F727CEC}" dt="2024-12-01T01:34:50.688" v="433" actId="1076"/>
      <pc:docMkLst>
        <pc:docMk/>
      </pc:docMkLst>
      <pc:sldChg chg="addSp delSp modSp addAnim">
        <pc:chgData name="Zuger, Angie" userId="S::azugerfuller@clarku.edu::52cac7ec-81b1-451e-8452-4c0cdf657ac2" providerId="AD" clId="Web-{0D490F88-3F14-7AD5-0FB5-6AFD3F727CEC}" dt="2024-12-01T01:34:50.688" v="433" actId="1076"/>
        <pc:sldMkLst>
          <pc:docMk/>
          <pc:sldMk cId="0" sldId="261"/>
        </pc:sldMkLst>
      </pc:sldChg>
      <pc:sldChg chg="addSp delSp modSp">
        <pc:chgData name="Zuger, Angie" userId="S::azugerfuller@clarku.edu::52cac7ec-81b1-451e-8452-4c0cdf657ac2" providerId="AD" clId="Web-{0D490F88-3F14-7AD5-0FB5-6AFD3F727CEC}" dt="2024-12-01T01:34:14.734" v="432" actId="20577"/>
        <pc:sldMkLst>
          <pc:docMk/>
          <pc:sldMk cId="0" sldId="262"/>
        </pc:sldMkLst>
      </pc:sldChg>
    </pc:docChg>
  </pc:docChgLst>
  <pc:docChgLst>
    <pc:chgData name="Kubra Banu, Kubra Banu" userId="S::kkubrabanu@clarku.edu::47a58eae-6f50-4d74-a3ae-5cfd2727add8" providerId="AD" clId="Web-{96C2AA28-1672-DCF9-1D81-1F32959EFFF2}"/>
    <pc:docChg chg="modSld">
      <pc:chgData name="Kubra Banu, Kubra Banu" userId="S::kkubrabanu@clarku.edu::47a58eae-6f50-4d74-a3ae-5cfd2727add8" providerId="AD" clId="Web-{96C2AA28-1672-DCF9-1D81-1F32959EFFF2}" dt="2024-12-03T22:57:46.416" v="2" actId="1076"/>
      <pc:docMkLst>
        <pc:docMk/>
      </pc:docMkLst>
      <pc:sldChg chg="modSp">
        <pc:chgData name="Kubra Banu, Kubra Banu" userId="S::kkubrabanu@clarku.edu::47a58eae-6f50-4d74-a3ae-5cfd2727add8" providerId="AD" clId="Web-{96C2AA28-1672-DCF9-1D81-1F32959EFFF2}" dt="2024-12-03T22:57:46.416" v="2" actId="1076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5B35B-9C61-43E1-A81B-053728C416F0}" type="datetimeFigureOut"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5E5DB-C314-4D91-B88F-9B082E8828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7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47759" y="3749017"/>
            <a:ext cx="3240241" cy="6504134"/>
          </a:xfrm>
          <a:custGeom>
            <a:avLst/>
            <a:gdLst/>
            <a:ahLst/>
            <a:cxnLst/>
            <a:rect l="l" t="t" r="r" b="b"/>
            <a:pathLst>
              <a:path w="3240241" h="6504134">
                <a:moveTo>
                  <a:pt x="0" y="0"/>
                </a:moveTo>
                <a:lnTo>
                  <a:pt x="3240241" y="0"/>
                </a:lnTo>
                <a:lnTo>
                  <a:pt x="3240241" y="6504133"/>
                </a:lnTo>
                <a:lnTo>
                  <a:pt x="0" y="6504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9F355B-3697-B904-B491-1077FF685383}"/>
              </a:ext>
            </a:extLst>
          </p:cNvPr>
          <p:cNvSpPr/>
          <p:nvPr/>
        </p:nvSpPr>
        <p:spPr>
          <a:xfrm>
            <a:off x="11274721" y="1775831"/>
            <a:ext cx="5389349" cy="673152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042342" y="12747"/>
            <a:ext cx="5245658" cy="10301263"/>
            <a:chOff x="0" y="0"/>
            <a:chExt cx="1384190" cy="34722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4190" cy="3472226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84190" cy="3491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0661" y="3042234"/>
            <a:ext cx="78988" cy="3562352"/>
            <a:chOff x="0" y="0"/>
            <a:chExt cx="20803" cy="938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03" cy="938233"/>
            </a:xfrm>
            <a:custGeom>
              <a:avLst/>
              <a:gdLst/>
              <a:ahLst/>
              <a:cxnLst/>
              <a:rect l="l" t="t" r="r" b="b"/>
              <a:pathLst>
                <a:path w="20803" h="938233">
                  <a:moveTo>
                    <a:pt x="0" y="0"/>
                  </a:moveTo>
                  <a:lnTo>
                    <a:pt x="20803" y="0"/>
                  </a:lnTo>
                  <a:lnTo>
                    <a:pt x="20803" y="938233"/>
                  </a:lnTo>
                  <a:lnTo>
                    <a:pt x="0" y="938233"/>
                  </a:ln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803" cy="95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32699" y="325286"/>
            <a:ext cx="1248083" cy="1108935"/>
          </a:xfrm>
          <a:custGeom>
            <a:avLst/>
            <a:gdLst/>
            <a:ahLst/>
            <a:cxnLst/>
            <a:rect l="l" t="t" r="r" b="b"/>
            <a:pathLst>
              <a:path w="910153" h="910153">
                <a:moveTo>
                  <a:pt x="0" y="0"/>
                </a:moveTo>
                <a:lnTo>
                  <a:pt x="910153" y="0"/>
                </a:lnTo>
                <a:lnTo>
                  <a:pt x="910153" y="910153"/>
                </a:lnTo>
                <a:lnTo>
                  <a:pt x="0" y="910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4472" y="2339218"/>
            <a:ext cx="9607789" cy="3766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spc="-79">
                <a:solidFill>
                  <a:srgbClr val="000000"/>
                </a:solidFill>
                <a:latin typeface="Times New Roman"/>
                <a:ea typeface="Open Sauce Bold"/>
                <a:cs typeface="Times New Roman"/>
                <a:sym typeface="Open Sauce Bold"/>
              </a:rPr>
              <a:t>Emotional Intelligence as a Potential Measure of Academic Success</a:t>
            </a:r>
            <a:endParaRPr lang="en-US" sz="6600" spc="-79">
              <a:solidFill>
                <a:srgbClr val="000000"/>
              </a:solidFill>
              <a:latin typeface="Times New Roman"/>
              <a:ea typeface="Open Sauce Bold"/>
              <a:cs typeface="Times New Roman"/>
            </a:endParaRPr>
          </a:p>
          <a:p>
            <a:pPr algn="l">
              <a:lnSpc>
                <a:spcPts val="5599"/>
              </a:lnSpc>
            </a:pPr>
            <a:endParaRPr lang="en-US" sz="3950" b="1" spc="-79">
              <a:solidFill>
                <a:srgbClr val="191919"/>
              </a:solidFill>
              <a:latin typeface="Open Sauce Bold"/>
              <a:ea typeface="Open Sauce Bold"/>
              <a:cs typeface="Open Sauce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29635" y="456566"/>
            <a:ext cx="2204132" cy="83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859" spc="-57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Clark University</a:t>
            </a:r>
          </a:p>
        </p:txBody>
      </p:sp>
      <p:pic>
        <p:nvPicPr>
          <p:cNvPr id="16" name="Picture 15" descr="A blue and white logo&#10;&#10;Description automatically generated">
            <a:extLst>
              <a:ext uri="{FF2B5EF4-FFF2-40B4-BE49-F238E27FC236}">
                <a16:creationId xmlns:a16="http://schemas.microsoft.com/office/drawing/2014/main" id="{A5D1AAD2-8974-E269-DEC1-A93840C05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7983" y="2918780"/>
            <a:ext cx="6014002" cy="4467225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2E4A92D1-4485-118D-60B6-949F6304E9BA}"/>
              </a:ext>
            </a:extLst>
          </p:cNvPr>
          <p:cNvSpPr>
            <a:spLocks noGrp="1"/>
          </p:cNvSpPr>
          <p:nvPr/>
        </p:nvSpPr>
        <p:spPr>
          <a:xfrm>
            <a:off x="676673" y="7004720"/>
            <a:ext cx="9163878" cy="26496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/>
                <a:cs typeface="Times New Roman"/>
              </a:rPr>
              <a:t>Kubra Banu, Joash Kawal, Kabhilan Shanmugasundaram</a:t>
            </a:r>
          </a:p>
          <a:p>
            <a:endParaRPr lang="en-US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77092" y="5497"/>
            <a:ext cx="5139634" cy="10284623"/>
            <a:chOff x="0" y="0"/>
            <a:chExt cx="2171400" cy="2854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1400" cy="2854048"/>
            </a:xfrm>
            <a:custGeom>
              <a:avLst/>
              <a:gdLst/>
              <a:ahLst/>
              <a:cxnLst/>
              <a:rect l="l" t="t" r="r" b="b"/>
              <a:pathLst>
                <a:path w="2171400" h="2854048">
                  <a:moveTo>
                    <a:pt x="37167" y="0"/>
                  </a:moveTo>
                  <a:lnTo>
                    <a:pt x="2134233" y="0"/>
                  </a:lnTo>
                  <a:cubicBezTo>
                    <a:pt x="2154760" y="0"/>
                    <a:pt x="2171400" y="16640"/>
                    <a:pt x="2171400" y="37167"/>
                  </a:cubicBezTo>
                  <a:lnTo>
                    <a:pt x="2171400" y="2816880"/>
                  </a:lnTo>
                  <a:cubicBezTo>
                    <a:pt x="2171400" y="2826738"/>
                    <a:pt x="2167484" y="2836192"/>
                    <a:pt x="2160514" y="2843162"/>
                  </a:cubicBezTo>
                  <a:cubicBezTo>
                    <a:pt x="2153544" y="2850132"/>
                    <a:pt x="2144090" y="2854048"/>
                    <a:pt x="2134233" y="2854048"/>
                  </a:cubicBezTo>
                  <a:lnTo>
                    <a:pt x="37167" y="2854048"/>
                  </a:lnTo>
                  <a:cubicBezTo>
                    <a:pt x="27310" y="2854048"/>
                    <a:pt x="17856" y="2850132"/>
                    <a:pt x="10886" y="2843162"/>
                  </a:cubicBezTo>
                  <a:cubicBezTo>
                    <a:pt x="3916" y="2836192"/>
                    <a:pt x="0" y="2826738"/>
                    <a:pt x="0" y="2816880"/>
                  </a:cubicBezTo>
                  <a:lnTo>
                    <a:pt x="0" y="37167"/>
                  </a:lnTo>
                  <a:cubicBezTo>
                    <a:pt x="0" y="27310"/>
                    <a:pt x="3916" y="17856"/>
                    <a:pt x="10886" y="10886"/>
                  </a:cubicBezTo>
                  <a:cubicBezTo>
                    <a:pt x="17856" y="3916"/>
                    <a:pt x="27310" y="0"/>
                    <a:pt x="37167" y="0"/>
                  </a:cubicBezTo>
                  <a:close/>
                </a:path>
              </a:pathLst>
            </a:custGeom>
            <a:solidFill>
              <a:srgbClr val="106861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71400" cy="2873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3509441" y="27063"/>
            <a:ext cx="5101251" cy="4590176"/>
            <a:chOff x="0" y="0"/>
            <a:chExt cx="6350000" cy="49516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49873" cy="4979162"/>
            </a:xfrm>
            <a:custGeom>
              <a:avLst/>
              <a:gdLst/>
              <a:ahLst/>
              <a:cxnLst/>
              <a:rect l="l" t="t" r="r" b="b"/>
              <a:pathLst>
                <a:path w="6349873" h="4979162">
                  <a:moveTo>
                    <a:pt x="292100" y="0"/>
                  </a:moveTo>
                  <a:cubicBezTo>
                    <a:pt x="131445" y="0"/>
                    <a:pt x="0" y="131445"/>
                    <a:pt x="0" y="292100"/>
                  </a:cubicBezTo>
                  <a:lnTo>
                    <a:pt x="0" y="3332480"/>
                  </a:lnTo>
                  <a:cubicBezTo>
                    <a:pt x="0" y="3493135"/>
                    <a:pt x="128397" y="3652520"/>
                    <a:pt x="285369" y="3686683"/>
                  </a:cubicBezTo>
                  <a:lnTo>
                    <a:pt x="6064504" y="4944999"/>
                  </a:lnTo>
                  <a:cubicBezTo>
                    <a:pt x="6221476" y="4979162"/>
                    <a:pt x="6349873" y="4875657"/>
                    <a:pt x="6349873" y="4715002"/>
                  </a:cubicBezTo>
                  <a:lnTo>
                    <a:pt x="6349873" y="292100"/>
                  </a:lnTo>
                  <a:cubicBezTo>
                    <a:pt x="6349873" y="131445"/>
                    <a:pt x="6218428" y="0"/>
                    <a:pt x="6057773" y="0"/>
                  </a:cubicBezTo>
                  <a:lnTo>
                    <a:pt x="292100" y="0"/>
                  </a:lnTo>
                  <a:close/>
                </a:path>
              </a:pathLst>
            </a:custGeom>
            <a:blipFill>
              <a:blip r:embed="rId2"/>
              <a:stretch>
                <a:fillRect l="-8520" r="-852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0334905" y="5642237"/>
            <a:ext cx="2264637" cy="1659361"/>
          </a:xfrm>
          <a:custGeom>
            <a:avLst/>
            <a:gdLst/>
            <a:ahLst/>
            <a:cxnLst/>
            <a:rect l="l" t="t" r="r" b="b"/>
            <a:pathLst>
              <a:path w="2264637" h="1659361">
                <a:moveTo>
                  <a:pt x="0" y="0"/>
                </a:moveTo>
                <a:lnTo>
                  <a:pt x="2264637" y="0"/>
                </a:lnTo>
                <a:lnTo>
                  <a:pt x="2264637" y="1659362"/>
                </a:lnTo>
                <a:lnTo>
                  <a:pt x="0" y="1659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1892" y="468223"/>
            <a:ext cx="11566310" cy="797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44"/>
              </a:lnSpc>
              <a:spcBef>
                <a:spcPct val="0"/>
              </a:spcBef>
            </a:pPr>
            <a:r>
              <a:rPr lang="en-US" sz="5400" b="1" spc="-94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Business Analytics Problem</a:t>
            </a:r>
            <a:endParaRPr lang="en-US" sz="5400" b="1" spc="-94">
              <a:solidFill>
                <a:srgbClr val="191919"/>
              </a:solidFill>
              <a:latin typeface="Times New Roman"/>
              <a:ea typeface="Open Sauce Bold"/>
              <a:cs typeface="Open Sauce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81719" y="1560250"/>
            <a:ext cx="12725979" cy="854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656"/>
              </a:lnSpc>
              <a:buFont typeface="Arial"/>
              <a:buChar char="•"/>
            </a:pPr>
            <a:r>
              <a:rPr lang="en-US" sz="3200" b="1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Research Problem</a:t>
            </a:r>
            <a:endParaRPr lang="en-US" sz="3200" b="1" spc="39">
              <a:solidFill>
                <a:srgbClr val="191919"/>
              </a:solidFill>
              <a:latin typeface="Times New Roman"/>
              <a:ea typeface="Calibri"/>
              <a:cs typeface="Calibri"/>
            </a:endParaRPr>
          </a:p>
          <a:p>
            <a:pPr marL="800100" lvl="1" indent="-342900">
              <a:lnSpc>
                <a:spcPts val="3656"/>
              </a:lnSpc>
              <a:buFont typeface="Arial"/>
              <a:buChar char="•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Calibri"/>
                <a:cs typeface="Calibri"/>
              </a:rPr>
              <a:t>Test if Emotional intelligence (EI) can be an accurate measure of student success in graduate school.</a:t>
            </a:r>
          </a:p>
          <a:p>
            <a:pPr marL="342900" indent="-342900">
              <a:lnSpc>
                <a:spcPts val="3656"/>
              </a:lnSpc>
              <a:buFont typeface="Arial"/>
              <a:buChar char="•"/>
            </a:pPr>
            <a:r>
              <a:rPr lang="en-US" sz="3200" b="1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Research Aim</a:t>
            </a:r>
            <a:endParaRPr lang="en-US" sz="3200" b="1" spc="39">
              <a:solidFill>
                <a:srgbClr val="191919"/>
              </a:solidFill>
              <a:latin typeface="Times New Roman"/>
              <a:ea typeface="Calibri"/>
              <a:cs typeface="Calibri"/>
            </a:endParaRPr>
          </a:p>
          <a:p>
            <a:pPr marL="800100" lvl="1" indent="-342900">
              <a:lnSpc>
                <a:spcPts val="3656"/>
              </a:lnSpc>
              <a:buFont typeface="Arial"/>
              <a:buChar char="•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Times New Roman"/>
              </a:rPr>
              <a:t>To inform future graduate enrollment policies.</a:t>
            </a:r>
            <a:endParaRPr lang="en-US" sz="1400" b="1" spc="39">
              <a:solidFill>
                <a:srgbClr val="191919"/>
              </a:solidFill>
              <a:latin typeface="Times New Roman"/>
              <a:ea typeface="Open Sauce Bold"/>
              <a:cs typeface="Times New Roman"/>
            </a:endParaRPr>
          </a:p>
          <a:p>
            <a:pPr marL="800100" lvl="1" indent="-342900">
              <a:lnSpc>
                <a:spcPts val="3656"/>
              </a:lnSpc>
              <a:buFont typeface="Arial"/>
              <a:buChar char="•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Times New Roman"/>
              </a:rPr>
              <a:t>Pave the way for more comprehensive measures of potential student success.</a:t>
            </a:r>
            <a:endParaRPr lang="en-US" sz="1400" b="1" spc="39">
              <a:solidFill>
                <a:srgbClr val="191919"/>
              </a:solidFill>
              <a:latin typeface="Times New Roman"/>
              <a:ea typeface="Open Sauce Bold"/>
              <a:cs typeface="Times New Roman"/>
            </a:endParaRPr>
          </a:p>
          <a:p>
            <a:pPr marL="800100" lvl="1" indent="-342900">
              <a:lnSpc>
                <a:spcPts val="3656"/>
              </a:lnSpc>
              <a:buFont typeface="Arial"/>
              <a:buChar char="•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Times New Roman"/>
              </a:rPr>
              <a:t>Move away from cognition-based scoring (GPA, SAT's, GRE's).                          </a:t>
            </a:r>
            <a:r>
              <a:rPr lang="en-US" sz="1400" spc="39">
                <a:solidFill>
                  <a:srgbClr val="191919"/>
                </a:solidFill>
                <a:latin typeface="Times New Roman"/>
                <a:ea typeface="Open Sauce Bold"/>
                <a:cs typeface="Times New Roman"/>
              </a:rPr>
              <a:t>                                 </a:t>
            </a:r>
            <a:endParaRPr lang="en-US" sz="1400" b="1" spc="39">
              <a:solidFill>
                <a:srgbClr val="191919"/>
              </a:solidFill>
              <a:latin typeface="Times New Roman"/>
              <a:ea typeface="Open Sauce Bold"/>
              <a:cs typeface="Open Sauce Bold"/>
            </a:endParaRPr>
          </a:p>
          <a:p>
            <a:pPr marL="342900" indent="-342900">
              <a:lnSpc>
                <a:spcPts val="3656"/>
              </a:lnSpc>
              <a:buFont typeface="Arial"/>
              <a:buChar char="•"/>
            </a:pPr>
            <a:r>
              <a:rPr lang="en-US" sz="3200" b="1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Significance</a:t>
            </a:r>
            <a:endParaRPr lang="en-US" sz="3200" b="1" spc="39">
              <a:solidFill>
                <a:srgbClr val="191919"/>
              </a:solidFill>
              <a:latin typeface="Times New Roman"/>
              <a:ea typeface="Calibri"/>
              <a:cs typeface="Calibri"/>
            </a:endParaRPr>
          </a:p>
          <a:p>
            <a:pPr marL="1064895" lvl="2" indent="-342900">
              <a:lnSpc>
                <a:spcPts val="3656"/>
              </a:lnSpc>
              <a:buFont typeface="Wingdings"/>
              <a:buChar char="§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</a:rPr>
              <a:t>GPA and standardized test scores have limited predictive power.</a:t>
            </a:r>
            <a:endParaRPr lang="en-US" sz="2400" spc="39">
              <a:solidFill>
                <a:srgbClr val="000000"/>
              </a:solidFill>
              <a:latin typeface="Times New Roman"/>
              <a:ea typeface="Open Sauce Bold"/>
              <a:cs typeface="Open Sauce Bold"/>
            </a:endParaRPr>
          </a:p>
          <a:p>
            <a:pPr marL="1064895" lvl="2" indent="-342900">
              <a:lnSpc>
                <a:spcPts val="3656"/>
              </a:lnSpc>
              <a:buFont typeface="Wingdings"/>
              <a:buChar char="§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</a:rPr>
              <a:t>Ignores socio-economic and behavioral factors.</a:t>
            </a:r>
            <a:endParaRPr lang="en-US" sz="2400" spc="39">
              <a:solidFill>
                <a:srgbClr val="000000"/>
              </a:solidFill>
              <a:latin typeface="Times New Roman"/>
              <a:ea typeface="Open Sauce Bold"/>
              <a:cs typeface="Open Sauce Bold"/>
            </a:endParaRPr>
          </a:p>
          <a:p>
            <a:pPr marL="1064895" lvl="2" indent="-342900">
              <a:lnSpc>
                <a:spcPts val="3656"/>
              </a:lnSpc>
              <a:buFont typeface="Wingdings"/>
              <a:buChar char="§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</a:rPr>
              <a:t>SAT and college GPA: </a:t>
            </a:r>
            <a:endParaRPr lang="en-US" sz="2400" spc="39">
              <a:solidFill>
                <a:srgbClr val="000000"/>
              </a:solidFill>
              <a:latin typeface="Times New Roman"/>
              <a:ea typeface="Open Sauce Bold"/>
              <a:cs typeface="Open Sauce Bold"/>
            </a:endParaRPr>
          </a:p>
          <a:p>
            <a:pPr marL="1522095" lvl="3" indent="-342900">
              <a:lnSpc>
                <a:spcPts val="3656"/>
              </a:lnSpc>
              <a:buFont typeface="Arial"/>
              <a:buChar char="•"/>
            </a:pPr>
            <a:r>
              <a:rPr lang="en-US" sz="2400" b="1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</a:rPr>
              <a:t>Correlation</a:t>
            </a: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</a:rPr>
              <a:t>: ~0.41 </a:t>
            </a:r>
            <a:endParaRPr lang="en-US" sz="2400" spc="39">
              <a:solidFill>
                <a:srgbClr val="000000"/>
              </a:solidFill>
              <a:latin typeface="Times New Roman"/>
              <a:ea typeface="Open Sauce Bold"/>
              <a:cs typeface="Open Sauce Bold"/>
            </a:endParaRPr>
          </a:p>
          <a:p>
            <a:pPr marL="1522095" lvl="3" indent="-342900">
              <a:lnSpc>
                <a:spcPts val="3656"/>
              </a:lnSpc>
              <a:buFont typeface="Arial"/>
              <a:buChar char="•"/>
            </a:pPr>
            <a:r>
              <a:rPr lang="en-US" sz="2400" b="1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</a:rPr>
              <a:t>Explains</a:t>
            </a: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</a:rPr>
              <a:t>: 16% variance </a:t>
            </a:r>
            <a:endParaRPr lang="en-US" sz="2400" spc="39">
              <a:solidFill>
                <a:srgbClr val="000000"/>
              </a:solidFill>
              <a:latin typeface="Times New Roman"/>
              <a:ea typeface="Open Sauce Bold"/>
              <a:cs typeface="Open Sauce Bold"/>
            </a:endParaRPr>
          </a:p>
          <a:p>
            <a:pPr marL="342900" indent="-342900">
              <a:lnSpc>
                <a:spcPts val="3656"/>
              </a:lnSpc>
              <a:buFont typeface="Arial"/>
              <a:buChar char="•"/>
            </a:pPr>
            <a:r>
              <a:rPr lang="en-US" sz="3200" b="1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Limitations of the Field</a:t>
            </a:r>
            <a:endParaRPr lang="en-US" sz="3200">
              <a:solidFill>
                <a:srgbClr val="000000"/>
              </a:solidFill>
              <a:latin typeface="Times New Roman"/>
              <a:ea typeface="Calibri"/>
              <a:cs typeface="Calibri"/>
              <a:sym typeface="Open Sauce Bold"/>
            </a:endParaRPr>
          </a:p>
          <a:p>
            <a:pPr marL="800100" lvl="1" indent="-342900">
              <a:lnSpc>
                <a:spcPts val="3656"/>
              </a:lnSpc>
              <a:buFont typeface="Arial"/>
              <a:buChar char="•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EI was portrayed as being more significant in the humanities rather than the science fields. </a:t>
            </a:r>
            <a:endParaRPr lang="en-US" sz="3200">
              <a:solidFill>
                <a:srgbClr val="000000"/>
              </a:solidFill>
              <a:latin typeface="Times New Roman"/>
              <a:ea typeface="Calibri"/>
              <a:cs typeface="Calibri"/>
              <a:sym typeface="Open Sauce Bold"/>
            </a:endParaRPr>
          </a:p>
          <a:p>
            <a:pPr marL="800100" lvl="1" indent="-342900">
              <a:lnSpc>
                <a:spcPts val="3656"/>
              </a:lnSpc>
              <a:buFont typeface="Arial"/>
              <a:buChar char="•"/>
            </a:pPr>
            <a:r>
              <a:rPr lang="en-US" sz="2400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Most studies focused on a snapshot in time, rather than the long-term benefits of EI in higher education.   </a:t>
            </a:r>
            <a:r>
              <a:rPr lang="en-US" sz="3200" b="1" spc="39">
                <a:solidFill>
                  <a:srgbClr val="191919"/>
                </a:solidFill>
                <a:latin typeface="Times New Roman"/>
                <a:ea typeface="Open Sauce Bold"/>
                <a:cs typeface="Open Sauce Bold"/>
                <a:sym typeface="Open Sauce Bold"/>
              </a:rPr>
              <a:t> </a:t>
            </a:r>
            <a:endParaRPr lang="en-US" sz="32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800100" lvl="1" indent="-342900" algn="l">
              <a:lnSpc>
                <a:spcPts val="3656"/>
              </a:lnSpc>
              <a:buFont typeface="Arial"/>
              <a:buChar char="•"/>
            </a:pPr>
            <a:endParaRPr lang="en-US" sz="3200" b="1" u="sng" spc="39">
              <a:solidFill>
                <a:srgbClr val="191919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8A42E-8BA2-C114-45E9-5BC7EBD25DF8}"/>
              </a:ext>
            </a:extLst>
          </p:cNvPr>
          <p:cNvSpPr txBox="1"/>
          <p:nvPr/>
        </p:nvSpPr>
        <p:spPr>
          <a:xfrm>
            <a:off x="13919590" y="4886033"/>
            <a:ext cx="4238975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Research Question: </a:t>
            </a:r>
          </a:p>
          <a:p>
            <a:endParaRPr lang="en-US" sz="2800" b="1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l"/>
            <a:r>
              <a:rPr lang="en-US" sz="2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Can measures of Emotional Intelligence be accurate predictors of academic success in graduate school, by comparing measures of student success (standardized test scores, GPA) to measures of Emotional Intelligence? </a:t>
            </a:r>
            <a:endParaRPr lang="en-US" sz="280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F642E-9BAD-1B2E-288B-F7556B2A75F3}"/>
              </a:ext>
            </a:extLst>
          </p:cNvPr>
          <p:cNvSpPr txBox="1"/>
          <p:nvPr/>
        </p:nvSpPr>
        <p:spPr>
          <a:xfrm>
            <a:off x="13684976" y="9830766"/>
            <a:ext cx="47546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Image provided by canva.com</a:t>
            </a:r>
          </a:p>
        </p:txBody>
      </p:sp>
      <p:pic>
        <p:nvPicPr>
          <p:cNvPr id="11" name="Picture 10" descr="A group of people sitting at a computer&#10;&#10;Description automatically generated">
            <a:extLst>
              <a:ext uri="{FF2B5EF4-FFF2-40B4-BE49-F238E27FC236}">
                <a16:creationId xmlns:a16="http://schemas.microsoft.com/office/drawing/2014/main" id="{59222B25-3F66-1C6F-9E67-346CEB46B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7086" y="23247"/>
            <a:ext cx="5145438" cy="48742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197CC202ED7143BBB6EF5E662540E1" ma:contentTypeVersion="4" ma:contentTypeDescription="Create a new document." ma:contentTypeScope="" ma:versionID="cf7eda145ad0002f1e8b655eca1fc87d">
  <xsd:schema xmlns:xsd="http://www.w3.org/2001/XMLSchema" xmlns:xs="http://www.w3.org/2001/XMLSchema" xmlns:p="http://schemas.microsoft.com/office/2006/metadata/properties" xmlns:ns2="9bc77575-20d2-4123-a5b3-a3607daee3c4" targetNamespace="http://schemas.microsoft.com/office/2006/metadata/properties" ma:root="true" ma:fieldsID="0c8a8adb0f48f6581bf8e26b40489a19" ns2:_="">
    <xsd:import namespace="9bc77575-20d2-4123-a5b3-a3607daee3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77575-20d2-4123-a5b3-a3607daee3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E72C31-3151-47F0-AEAE-B4A648E7DD4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F8455DA-0215-485A-B8AD-9FB613763E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042706-EC07-41C6-8CE4-C909D8011400}">
  <ds:schemaRefs>
    <ds:schemaRef ds:uri="9bc77575-20d2-4123-a5b3-a3607daee3c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Green Simple  Professional Business Project Presentation</dc:title>
  <cp:revision>9</cp:revision>
  <dcterms:created xsi:type="dcterms:W3CDTF">2006-08-16T00:00:00Z</dcterms:created>
  <dcterms:modified xsi:type="dcterms:W3CDTF">2025-07-17T18:05:32Z</dcterms:modified>
  <dc:identifier>DAGXy3QD050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0x010100ED197CC202ED7143BBB6EF5E662540E1</vt:lpwstr>
  </property>
</Properties>
</file>