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6"/>
  </p:notesMasterIdLst>
  <p:sldIdLst>
    <p:sldId id="256" r:id="rId5"/>
  </p:sldIdLst>
  <p:sldSz cx="32918400" cy="438912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824">
          <p15:clr>
            <a:srgbClr val="A4A3A4"/>
          </p15:clr>
        </p15:guide>
        <p15:guide id="2" pos="103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a:srgbClr val="EAEAEA"/>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FC49A4-6FAE-DF21-C5F6-240E73C1D4A7}" v="2" dt="2025-03-17T17:37:20.069"/>
    <p1510:client id="{E7EBAF8D-082A-447C-847B-F7296A6DDD96}" v="51" dt="2025-03-17T17:14:08.4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3824"/>
        <p:guide pos="10368"/>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Z Personal" userId="45ff4fd4c1ab3f79" providerId="LiveId" clId="{3D44CCEA-27D1-4D25-B49C-EEA494851E33}"/>
    <pc:docChg chg="modSld">
      <pc:chgData name="AZ Personal" userId="45ff4fd4c1ab3f79" providerId="LiveId" clId="{3D44CCEA-27D1-4D25-B49C-EEA494851E33}" dt="2025-03-03T15:48:06.176" v="8" actId="14100"/>
      <pc:docMkLst>
        <pc:docMk/>
      </pc:docMkLst>
      <pc:sldChg chg="modSp mod">
        <pc:chgData name="AZ Personal" userId="45ff4fd4c1ab3f79" providerId="LiveId" clId="{3D44CCEA-27D1-4D25-B49C-EEA494851E33}" dt="2025-03-03T15:48:06.176" v="8" actId="14100"/>
        <pc:sldMkLst>
          <pc:docMk/>
          <pc:sldMk cId="0" sldId="256"/>
        </pc:sldMkLst>
        <pc:spChg chg="mod">
          <ac:chgData name="AZ Personal" userId="45ff4fd4c1ab3f79" providerId="LiveId" clId="{3D44CCEA-27D1-4D25-B49C-EEA494851E33}" dt="2025-03-03T15:47:14.369" v="2" actId="255"/>
          <ac:spMkLst>
            <pc:docMk/>
            <pc:sldMk cId="0" sldId="256"/>
            <ac:spMk id="5" creationId="{00000000-0000-0000-0000-000000000000}"/>
          </ac:spMkLst>
        </pc:spChg>
        <pc:spChg chg="mod">
          <ac:chgData name="AZ Personal" userId="45ff4fd4c1ab3f79" providerId="LiveId" clId="{3D44CCEA-27D1-4D25-B49C-EEA494851E33}" dt="2025-03-03T15:48:06.176" v="8" actId="14100"/>
          <ac:spMkLst>
            <pc:docMk/>
            <pc:sldMk cId="0" sldId="256"/>
            <ac:spMk id="10" creationId="{00000000-0000-0000-0000-000000000000}"/>
          </ac:spMkLst>
        </pc:spChg>
      </pc:sldChg>
    </pc:docChg>
  </pc:docChgLst>
  <pc:docChgLst>
    <pc:chgData name="AZ Personal" userId="45ff4fd4c1ab3f79" providerId="LiveId" clId="{E7EBAF8D-082A-447C-847B-F7296A6DDD96}"/>
    <pc:docChg chg="undo custSel modSld">
      <pc:chgData name="AZ Personal" userId="45ff4fd4c1ab3f79" providerId="LiveId" clId="{E7EBAF8D-082A-447C-847B-F7296A6DDD96}" dt="2025-03-17T17:20:26.602" v="998" actId="20577"/>
      <pc:docMkLst>
        <pc:docMk/>
      </pc:docMkLst>
      <pc:sldChg chg="addSp delSp modSp mod">
        <pc:chgData name="AZ Personal" userId="45ff4fd4c1ab3f79" providerId="LiveId" clId="{E7EBAF8D-082A-447C-847B-F7296A6DDD96}" dt="2025-03-17T17:20:26.602" v="998" actId="20577"/>
        <pc:sldMkLst>
          <pc:docMk/>
          <pc:sldMk cId="0" sldId="256"/>
        </pc:sldMkLst>
        <pc:spChg chg="mod">
          <ac:chgData name="AZ Personal" userId="45ff4fd4c1ab3f79" providerId="LiveId" clId="{E7EBAF8D-082A-447C-847B-F7296A6DDD96}" dt="2025-03-17T17:20:26.602" v="998" actId="20577"/>
          <ac:spMkLst>
            <pc:docMk/>
            <pc:sldMk cId="0" sldId="256"/>
            <ac:spMk id="4" creationId="{00000000-0000-0000-0000-000000000000}"/>
          </ac:spMkLst>
        </pc:spChg>
        <pc:spChg chg="mod">
          <ac:chgData name="AZ Personal" userId="45ff4fd4c1ab3f79" providerId="LiveId" clId="{E7EBAF8D-082A-447C-847B-F7296A6DDD96}" dt="2025-03-10T21:34:35.080" v="933" actId="1076"/>
          <ac:spMkLst>
            <pc:docMk/>
            <pc:sldMk cId="0" sldId="256"/>
            <ac:spMk id="5" creationId="{00000000-0000-0000-0000-000000000000}"/>
          </ac:spMkLst>
        </pc:spChg>
        <pc:spChg chg="add mod">
          <ac:chgData name="AZ Personal" userId="45ff4fd4c1ab3f79" providerId="LiveId" clId="{E7EBAF8D-082A-447C-847B-F7296A6DDD96}" dt="2025-03-10T21:35:10.765" v="944" actId="14100"/>
          <ac:spMkLst>
            <pc:docMk/>
            <pc:sldMk cId="0" sldId="256"/>
            <ac:spMk id="6" creationId="{8842839F-D3C3-7145-5F2C-A2860F4287A0}"/>
          </ac:spMkLst>
        </pc:spChg>
        <pc:spChg chg="mod">
          <ac:chgData name="AZ Personal" userId="45ff4fd4c1ab3f79" providerId="LiveId" clId="{E7EBAF8D-082A-447C-847B-F7296A6DDD96}" dt="2025-03-10T21:34:50.267" v="939" actId="1076"/>
          <ac:spMkLst>
            <pc:docMk/>
            <pc:sldMk cId="0" sldId="256"/>
            <ac:spMk id="7" creationId="{00000000-0000-0000-0000-000000000000}"/>
          </ac:spMkLst>
        </pc:spChg>
        <pc:spChg chg="mod">
          <ac:chgData name="AZ Personal" userId="45ff4fd4c1ab3f79" providerId="LiveId" clId="{E7EBAF8D-082A-447C-847B-F7296A6DDD96}" dt="2025-03-10T21:35:20.040" v="945" actId="1076"/>
          <ac:spMkLst>
            <pc:docMk/>
            <pc:sldMk cId="0" sldId="256"/>
            <ac:spMk id="9" creationId="{00000000-0000-0000-0000-000000000000}"/>
          </ac:spMkLst>
        </pc:spChg>
        <pc:spChg chg="mod">
          <ac:chgData name="AZ Personal" userId="45ff4fd4c1ab3f79" providerId="LiveId" clId="{E7EBAF8D-082A-447C-847B-F7296A6DDD96}" dt="2025-03-10T21:22:19.267" v="842" actId="14100"/>
          <ac:spMkLst>
            <pc:docMk/>
            <pc:sldMk cId="0" sldId="256"/>
            <ac:spMk id="10" creationId="{00000000-0000-0000-0000-000000000000}"/>
          </ac:spMkLst>
        </pc:spChg>
        <pc:spChg chg="add mod">
          <ac:chgData name="AZ Personal" userId="45ff4fd4c1ab3f79" providerId="LiveId" clId="{E7EBAF8D-082A-447C-847B-F7296A6DDD96}" dt="2025-03-10T21:34:47.560" v="938" actId="1076"/>
          <ac:spMkLst>
            <pc:docMk/>
            <pc:sldMk cId="0" sldId="256"/>
            <ac:spMk id="16" creationId="{5AAFAA5F-1FC1-9987-ED30-FAD996160204}"/>
          </ac:spMkLst>
        </pc:spChg>
        <pc:spChg chg="add mod">
          <ac:chgData name="AZ Personal" userId="45ff4fd4c1ab3f79" providerId="LiveId" clId="{E7EBAF8D-082A-447C-847B-F7296A6DDD96}" dt="2025-03-10T21:34:43.883" v="937" actId="1076"/>
          <ac:spMkLst>
            <pc:docMk/>
            <pc:sldMk cId="0" sldId="256"/>
            <ac:spMk id="17" creationId="{822A41FE-1E96-2D54-D613-0FD7045D35CA}"/>
          </ac:spMkLst>
        </pc:spChg>
        <pc:spChg chg="add mod">
          <ac:chgData name="AZ Personal" userId="45ff4fd4c1ab3f79" providerId="LiveId" clId="{E7EBAF8D-082A-447C-847B-F7296A6DDD96}" dt="2025-03-10T21:35:01.113" v="942" actId="1076"/>
          <ac:spMkLst>
            <pc:docMk/>
            <pc:sldMk cId="0" sldId="256"/>
            <ac:spMk id="18" creationId="{5ADC6EB4-2248-892E-8D4B-9612D83D00B9}"/>
          </ac:spMkLst>
        </pc:spChg>
        <pc:spChg chg="add mod">
          <ac:chgData name="AZ Personal" userId="45ff4fd4c1ab3f79" providerId="LiveId" clId="{E7EBAF8D-082A-447C-847B-F7296A6DDD96}" dt="2025-03-10T21:35:06.016" v="943" actId="1076"/>
          <ac:spMkLst>
            <pc:docMk/>
            <pc:sldMk cId="0" sldId="256"/>
            <ac:spMk id="23" creationId="{6AA32E89-69BE-1AA9-A2FC-69C8520FED1F}"/>
          </ac:spMkLst>
        </pc:spChg>
        <pc:spChg chg="add mod">
          <ac:chgData name="AZ Personal" userId="45ff4fd4c1ab3f79" providerId="LiveId" clId="{E7EBAF8D-082A-447C-847B-F7296A6DDD96}" dt="2025-03-10T21:32:53.199" v="921" actId="1076"/>
          <ac:spMkLst>
            <pc:docMk/>
            <pc:sldMk cId="0" sldId="256"/>
            <ac:spMk id="26" creationId="{0123C491-90C7-1D49-4FEC-52A69EC8D472}"/>
          </ac:spMkLst>
        </pc:spChg>
        <pc:picChg chg="add mod">
          <ac:chgData name="AZ Personal" userId="45ff4fd4c1ab3f79" providerId="LiveId" clId="{E7EBAF8D-082A-447C-847B-F7296A6DDD96}" dt="2025-03-10T21:34:39.309" v="934" actId="1076"/>
          <ac:picMkLst>
            <pc:docMk/>
            <pc:sldMk cId="0" sldId="256"/>
            <ac:picMk id="14" creationId="{D17F7D20-0BDA-CB71-BD66-8DE476CDF851}"/>
          </ac:picMkLst>
        </pc:picChg>
        <pc:picChg chg="add mod">
          <ac:chgData name="AZ Personal" userId="45ff4fd4c1ab3f79" providerId="LiveId" clId="{E7EBAF8D-082A-447C-847B-F7296A6DDD96}" dt="2025-03-10T21:34:54.330" v="940" actId="1076"/>
          <ac:picMkLst>
            <pc:docMk/>
            <pc:sldMk cId="0" sldId="256"/>
            <ac:picMk id="20" creationId="{75434E89-D0A7-F63F-4124-A71E23A77CEC}"/>
          </ac:picMkLst>
        </pc:picChg>
        <pc:picChg chg="add mod">
          <ac:chgData name="AZ Personal" userId="45ff4fd4c1ab3f79" providerId="LiveId" clId="{E7EBAF8D-082A-447C-847B-F7296A6DDD96}" dt="2025-03-10T21:32:47.259" v="920" actId="1076"/>
          <ac:picMkLst>
            <pc:docMk/>
            <pc:sldMk cId="0" sldId="256"/>
            <ac:picMk id="25" creationId="{D7FDF9CB-B8CB-5DE8-DE45-ACA39FB7B616}"/>
          </ac:picMkLst>
        </pc:picChg>
        <pc:picChg chg="add mod">
          <ac:chgData name="AZ Personal" userId="45ff4fd4c1ab3f79" providerId="LiveId" clId="{E7EBAF8D-082A-447C-847B-F7296A6DDD96}" dt="2025-03-10T21:34:41.598" v="936" actId="1076"/>
          <ac:picMkLst>
            <pc:docMk/>
            <pc:sldMk cId="0" sldId="256"/>
            <ac:picMk id="1026" creationId="{35D1EB6C-CA03-EE5F-902A-7B9633D30795}"/>
          </ac:picMkLst>
        </pc:picChg>
        <pc:picChg chg="add mod">
          <ac:chgData name="AZ Personal" userId="45ff4fd4c1ab3f79" providerId="LiveId" clId="{E7EBAF8D-082A-447C-847B-F7296A6DDD96}" dt="2025-03-10T21:34:58.593" v="941" actId="1076"/>
          <ac:picMkLst>
            <pc:docMk/>
            <pc:sldMk cId="0" sldId="256"/>
            <ac:picMk id="1028" creationId="{61314768-50EC-808A-CA66-DB84FC6CB6AE}"/>
          </ac:picMkLst>
        </pc:picChg>
        <pc:picChg chg="mod">
          <ac:chgData name="AZ Personal" userId="45ff4fd4c1ab3f79" providerId="LiveId" clId="{E7EBAF8D-082A-447C-847B-F7296A6DDD96}" dt="2025-03-17T17:13:37.142" v="956" actId="1076"/>
          <ac:picMkLst>
            <pc:docMk/>
            <pc:sldMk cId="0" sldId="256"/>
            <ac:picMk id="2054" creationId="{00000000-0000-0000-0000-000000000000}"/>
          </ac:picMkLst>
        </pc:picChg>
      </pc:sldChg>
    </pc:docChg>
  </pc:docChgLst>
  <pc:docChgLst>
    <pc:chgData name="Kawal, Joash" userId="S::jkawal@clarku.edu::a2c46299-97fb-41df-8d09-89f129f04b50" providerId="AD" clId="Web-{4AFC49A4-6FAE-DF21-C5F6-240E73C1D4A7}"/>
    <pc:docChg chg="modSld">
      <pc:chgData name="Kawal, Joash" userId="S::jkawal@clarku.edu::a2c46299-97fb-41df-8d09-89f129f04b50" providerId="AD" clId="Web-{4AFC49A4-6FAE-DF21-C5F6-240E73C1D4A7}" dt="2025-03-17T17:37:20.069" v="1" actId="1076"/>
      <pc:docMkLst>
        <pc:docMk/>
      </pc:docMkLst>
      <pc:sldChg chg="modSp">
        <pc:chgData name="Kawal, Joash" userId="S::jkawal@clarku.edu::a2c46299-97fb-41df-8d09-89f129f04b50" providerId="AD" clId="Web-{4AFC49A4-6FAE-DF21-C5F6-240E73C1D4A7}" dt="2025-03-17T17:37:20.069" v="1" actId="1076"/>
        <pc:sldMkLst>
          <pc:docMk/>
          <pc:sldMk cId="0" sldId="256"/>
        </pc:sldMkLst>
        <pc:spChg chg="mod">
          <ac:chgData name="Kawal, Joash" userId="S::jkawal@clarku.edu::a2c46299-97fb-41df-8d09-89f129f04b50" providerId="AD" clId="Web-{4AFC49A4-6FAE-DF21-C5F6-240E73C1D4A7}" dt="2025-03-17T17:37:20.069" v="1" actId="1076"/>
          <ac:spMkLst>
            <pc:docMk/>
            <pc:sldMk cId="0" sldId="256"/>
            <ac:spMk id="1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02C095D-2152-4EDD-836B-277F79B199B6}" type="datetimeFigureOut">
              <a:rPr lang="en-US" smtClean="0"/>
              <a:pPr/>
              <a:t>3/17/2025</a:t>
            </a:fld>
            <a:endParaRPr lang="en-US"/>
          </a:p>
        </p:txBody>
      </p:sp>
      <p:sp>
        <p:nvSpPr>
          <p:cNvPr id="4" name="Slide Image Placeholder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45E7288-57E5-497F-8E3E-F2EA6DD33E26}" type="slidenum">
              <a:rPr lang="en-US" smtClean="0"/>
              <a:pPr/>
              <a:t>‹#›</a:t>
            </a:fld>
            <a:endParaRPr lang="en-US"/>
          </a:p>
        </p:txBody>
      </p:sp>
    </p:spTree>
    <p:extLst>
      <p:ext uri="{BB962C8B-B14F-4D97-AF65-F5344CB8AC3E}">
        <p14:creationId xmlns:p14="http://schemas.microsoft.com/office/powerpoint/2010/main" val="3150860318"/>
      </p:ext>
    </p:extLst>
  </p:cSld>
  <p:clrMap bg1="lt1" tx1="dk1" bg2="lt2" tx2="dk2" accent1="accent1" accent2="accent2" accent3="accent3" accent4="accent4" accent5="accent5" accent6="accent6" hlink="hlink" folHlink="folHlink"/>
  <p:notesStyle>
    <a:lvl1pPr marL="0" algn="l" defTabSz="4389120" rtl="0" eaLnBrk="1" latinLnBrk="0" hangingPunct="1">
      <a:defRPr sz="5800" kern="1200">
        <a:solidFill>
          <a:schemeClr val="tx1"/>
        </a:solidFill>
        <a:latin typeface="+mn-lt"/>
        <a:ea typeface="+mn-ea"/>
        <a:cs typeface="+mn-cs"/>
      </a:defRPr>
    </a:lvl1pPr>
    <a:lvl2pPr marL="2194560" algn="l" defTabSz="4389120" rtl="0" eaLnBrk="1" latinLnBrk="0" hangingPunct="1">
      <a:defRPr sz="5800" kern="1200">
        <a:solidFill>
          <a:schemeClr val="tx1"/>
        </a:solidFill>
        <a:latin typeface="+mn-lt"/>
        <a:ea typeface="+mn-ea"/>
        <a:cs typeface="+mn-cs"/>
      </a:defRPr>
    </a:lvl2pPr>
    <a:lvl3pPr marL="4389120" algn="l" defTabSz="4389120" rtl="0" eaLnBrk="1" latinLnBrk="0" hangingPunct="1">
      <a:defRPr sz="5800" kern="1200">
        <a:solidFill>
          <a:schemeClr val="tx1"/>
        </a:solidFill>
        <a:latin typeface="+mn-lt"/>
        <a:ea typeface="+mn-ea"/>
        <a:cs typeface="+mn-cs"/>
      </a:defRPr>
    </a:lvl3pPr>
    <a:lvl4pPr marL="6583680" algn="l" defTabSz="4389120" rtl="0" eaLnBrk="1" latinLnBrk="0" hangingPunct="1">
      <a:defRPr sz="5800" kern="1200">
        <a:solidFill>
          <a:schemeClr val="tx1"/>
        </a:solidFill>
        <a:latin typeface="+mn-lt"/>
        <a:ea typeface="+mn-ea"/>
        <a:cs typeface="+mn-cs"/>
      </a:defRPr>
    </a:lvl4pPr>
    <a:lvl5pPr marL="8778240" algn="l" defTabSz="4389120" rtl="0" eaLnBrk="1" latinLnBrk="0" hangingPunct="1">
      <a:defRPr sz="5800" kern="1200">
        <a:solidFill>
          <a:schemeClr val="tx1"/>
        </a:solidFill>
        <a:latin typeface="+mn-lt"/>
        <a:ea typeface="+mn-ea"/>
        <a:cs typeface="+mn-cs"/>
      </a:defRPr>
    </a:lvl5pPr>
    <a:lvl6pPr marL="10972800" algn="l" defTabSz="4389120" rtl="0" eaLnBrk="1" latinLnBrk="0" hangingPunct="1">
      <a:defRPr sz="5800" kern="1200">
        <a:solidFill>
          <a:schemeClr val="tx1"/>
        </a:solidFill>
        <a:latin typeface="+mn-lt"/>
        <a:ea typeface="+mn-ea"/>
        <a:cs typeface="+mn-cs"/>
      </a:defRPr>
    </a:lvl6pPr>
    <a:lvl7pPr marL="13167360" algn="l" defTabSz="4389120" rtl="0" eaLnBrk="1" latinLnBrk="0" hangingPunct="1">
      <a:defRPr sz="5800" kern="1200">
        <a:solidFill>
          <a:schemeClr val="tx1"/>
        </a:solidFill>
        <a:latin typeface="+mn-lt"/>
        <a:ea typeface="+mn-ea"/>
        <a:cs typeface="+mn-cs"/>
      </a:defRPr>
    </a:lvl7pPr>
    <a:lvl8pPr marL="15361920" algn="l" defTabSz="4389120" rtl="0" eaLnBrk="1" latinLnBrk="0" hangingPunct="1">
      <a:defRPr sz="5800" kern="1200">
        <a:solidFill>
          <a:schemeClr val="tx1"/>
        </a:solidFill>
        <a:latin typeface="+mn-lt"/>
        <a:ea typeface="+mn-ea"/>
        <a:cs typeface="+mn-cs"/>
      </a:defRPr>
    </a:lvl8pPr>
    <a:lvl9pPr marL="17556480" algn="l" defTabSz="438912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45E7288-57E5-497F-8E3E-F2EA6DD33E26}" type="slidenum">
              <a:rPr lang="en-US" smtClean="0"/>
              <a:pPr/>
              <a:t>1</a:t>
            </a:fld>
            <a:endParaRPr lang="en-US"/>
          </a:p>
        </p:txBody>
      </p:sp>
    </p:spTree>
    <p:extLst>
      <p:ext uri="{BB962C8B-B14F-4D97-AF65-F5344CB8AC3E}">
        <p14:creationId xmlns:p14="http://schemas.microsoft.com/office/powerpoint/2010/main" val="14157085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30477" y="-54192"/>
            <a:ext cx="33011294" cy="43999584"/>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4070144" y="15389018"/>
            <a:ext cx="20976188" cy="10536333"/>
          </a:xfrm>
        </p:spPr>
        <p:txBody>
          <a:bodyPr anchor="b">
            <a:noAutofit/>
          </a:bodyPr>
          <a:lstStyle>
            <a:lvl1pPr algn="r">
              <a:defRPr sz="1944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4070144" y="25925341"/>
            <a:ext cx="20976188" cy="7020154"/>
          </a:xfrm>
        </p:spPr>
        <p:txBody>
          <a:bodyPr anchor="t"/>
          <a:lstStyle>
            <a:lvl1pPr marL="0" indent="0" algn="r">
              <a:buNone/>
              <a:defRPr>
                <a:solidFill>
                  <a:schemeClr val="tx1">
                    <a:lumMod val="50000"/>
                    <a:lumOff val="50000"/>
                  </a:schemeClr>
                </a:solidFill>
              </a:defRPr>
            </a:lvl1pPr>
            <a:lvl2pPr marL="1645920" indent="0" algn="ctr">
              <a:buNone/>
              <a:defRPr>
                <a:solidFill>
                  <a:schemeClr val="tx1">
                    <a:tint val="75000"/>
                  </a:schemeClr>
                </a:solidFill>
              </a:defRPr>
            </a:lvl2pPr>
            <a:lvl3pPr marL="3291840" indent="0" algn="ctr">
              <a:buNone/>
              <a:defRPr>
                <a:solidFill>
                  <a:schemeClr val="tx1">
                    <a:tint val="75000"/>
                  </a:schemeClr>
                </a:solidFill>
              </a:defRPr>
            </a:lvl3pPr>
            <a:lvl4pPr marL="4937760" indent="0" algn="ctr">
              <a:buNone/>
              <a:defRPr>
                <a:solidFill>
                  <a:schemeClr val="tx1">
                    <a:tint val="75000"/>
                  </a:schemeClr>
                </a:solidFill>
              </a:defRPr>
            </a:lvl4pPr>
            <a:lvl5pPr marL="6583680" indent="0" algn="ctr">
              <a:buNone/>
              <a:defRPr>
                <a:solidFill>
                  <a:schemeClr val="tx1">
                    <a:tint val="75000"/>
                  </a:schemeClr>
                </a:solidFill>
              </a:defRPr>
            </a:lvl5pPr>
            <a:lvl6pPr marL="8229600" indent="0" algn="ctr">
              <a:buNone/>
              <a:defRPr>
                <a:solidFill>
                  <a:schemeClr val="tx1">
                    <a:tint val="75000"/>
                  </a:schemeClr>
                </a:solidFill>
              </a:defRPr>
            </a:lvl6pPr>
            <a:lvl7pPr marL="9875520" indent="0" algn="ctr">
              <a:buNone/>
              <a:defRPr>
                <a:solidFill>
                  <a:schemeClr val="tx1">
                    <a:tint val="75000"/>
                  </a:schemeClr>
                </a:solidFill>
              </a:defRPr>
            </a:lvl7pPr>
            <a:lvl8pPr marL="11521440" indent="0" algn="ctr">
              <a:buNone/>
              <a:defRPr>
                <a:solidFill>
                  <a:schemeClr val="tx1">
                    <a:tint val="75000"/>
                  </a:schemeClr>
                </a:solidFill>
              </a:defRPr>
            </a:lvl8pPr>
            <a:lvl9pPr marL="1316736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120EC71-715E-4B58-9185-FE143542617F}" type="datetimeFigureOut">
              <a:rPr lang="en-US" smtClean="0"/>
              <a:pPr/>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4FD300-1CBC-4C0A-BB3D-05C241396AA1}" type="slidenum">
              <a:rPr lang="en-US" smtClean="0"/>
              <a:pPr/>
              <a:t>‹#›</a:t>
            </a:fld>
            <a:endParaRPr lang="en-US"/>
          </a:p>
        </p:txBody>
      </p:sp>
    </p:spTree>
    <p:extLst>
      <p:ext uri="{BB962C8B-B14F-4D97-AF65-F5344CB8AC3E}">
        <p14:creationId xmlns:p14="http://schemas.microsoft.com/office/powerpoint/2010/main" val="26427428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120EC71-715E-4B58-9185-FE143542617F}" type="datetimeFigureOut">
              <a:rPr lang="en-US" smtClean="0"/>
              <a:pPr/>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4FD300-1CBC-4C0A-BB3D-05C241396AA1}" type="slidenum">
              <a:rPr lang="en-US" smtClean="0"/>
              <a:pPr/>
              <a:t>‹#›</a:t>
            </a:fld>
            <a:endParaRPr lang="en-US"/>
          </a:p>
        </p:txBody>
      </p:sp>
    </p:spTree>
    <p:extLst>
      <p:ext uri="{BB962C8B-B14F-4D97-AF65-F5344CB8AC3E}">
        <p14:creationId xmlns:p14="http://schemas.microsoft.com/office/powerpoint/2010/main" val="18489088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194555" y="17285559"/>
            <a:ext cx="22851774" cy="11690118"/>
          </a:xfrm>
        </p:spPr>
        <p:txBody>
          <a:bodyPr anchor="b"/>
          <a:lstStyle>
            <a:lvl1pPr algn="l">
              <a:defRPr sz="14400" b="0" cap="none"/>
            </a:lvl1pPr>
          </a:lstStyle>
          <a:p>
            <a:r>
              <a:rPr lang="en-US"/>
              <a:t>Click to edit Master title style</a:t>
            </a:r>
          </a:p>
        </p:txBody>
      </p:sp>
      <p:sp>
        <p:nvSpPr>
          <p:cNvPr id="3" name="Text Placeholder 2"/>
          <p:cNvSpPr>
            <a:spLocks noGrp="1"/>
          </p:cNvSpPr>
          <p:nvPr>
            <p:ph type="body" idx="1"/>
          </p:nvPr>
        </p:nvSpPr>
        <p:spPr>
          <a:xfrm>
            <a:off x="2194555" y="28975667"/>
            <a:ext cx="22851774" cy="5506560"/>
          </a:xfrm>
        </p:spPr>
        <p:txBody>
          <a:bodyPr anchor="t"/>
          <a:lstStyle>
            <a:lvl1pPr marL="0" indent="0" algn="l">
              <a:buNone/>
              <a:defRPr sz="7200">
                <a:solidFill>
                  <a:schemeClr val="tx1">
                    <a:lumMod val="50000"/>
                    <a:lumOff val="50000"/>
                  </a:schemeClr>
                </a:solidFill>
              </a:defRPr>
            </a:lvl1pPr>
            <a:lvl2pPr marL="1645920" indent="0">
              <a:buNone/>
              <a:defRPr sz="6480">
                <a:solidFill>
                  <a:schemeClr val="tx1">
                    <a:tint val="75000"/>
                  </a:schemeClr>
                </a:solidFill>
              </a:defRPr>
            </a:lvl2pPr>
            <a:lvl3pPr marL="3291840" indent="0">
              <a:buNone/>
              <a:defRPr sz="5760">
                <a:solidFill>
                  <a:schemeClr val="tx1">
                    <a:tint val="75000"/>
                  </a:schemeClr>
                </a:solidFill>
              </a:defRPr>
            </a:lvl3pPr>
            <a:lvl4pPr marL="4937760" indent="0">
              <a:buNone/>
              <a:defRPr sz="5040">
                <a:solidFill>
                  <a:schemeClr val="tx1">
                    <a:tint val="75000"/>
                  </a:schemeClr>
                </a:solidFill>
              </a:defRPr>
            </a:lvl4pPr>
            <a:lvl5pPr marL="6583680" indent="0">
              <a:buNone/>
              <a:defRPr sz="5040">
                <a:solidFill>
                  <a:schemeClr val="tx1">
                    <a:tint val="75000"/>
                  </a:schemeClr>
                </a:solidFill>
              </a:defRPr>
            </a:lvl5pPr>
            <a:lvl6pPr marL="8229600" indent="0">
              <a:buNone/>
              <a:defRPr sz="5040">
                <a:solidFill>
                  <a:schemeClr val="tx1">
                    <a:tint val="75000"/>
                  </a:schemeClr>
                </a:solidFill>
              </a:defRPr>
            </a:lvl6pPr>
            <a:lvl7pPr marL="9875520" indent="0">
              <a:buNone/>
              <a:defRPr sz="5040">
                <a:solidFill>
                  <a:schemeClr val="tx1">
                    <a:tint val="75000"/>
                  </a:schemeClr>
                </a:solidFill>
              </a:defRPr>
            </a:lvl7pPr>
            <a:lvl8pPr marL="11521440" indent="0">
              <a:buNone/>
              <a:defRPr sz="5040">
                <a:solidFill>
                  <a:schemeClr val="tx1">
                    <a:tint val="75000"/>
                  </a:schemeClr>
                </a:solidFill>
              </a:defRPr>
            </a:lvl8pPr>
            <a:lvl9pPr marL="13167360" indent="0">
              <a:buNone/>
              <a:defRPr sz="504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120EC71-715E-4B58-9185-FE143542617F}" type="datetimeFigureOut">
              <a:rPr lang="en-US" smtClean="0"/>
              <a:pPr/>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4FD300-1CBC-4C0A-BB3D-05C241396AA1}" type="slidenum">
              <a:rPr lang="en-US" smtClean="0"/>
              <a:pPr/>
              <a:t>‹#›</a:t>
            </a:fld>
            <a:endParaRPr lang="en-US"/>
          </a:p>
        </p:txBody>
      </p:sp>
    </p:spTree>
    <p:extLst>
      <p:ext uri="{BB962C8B-B14F-4D97-AF65-F5344CB8AC3E}">
        <p14:creationId xmlns:p14="http://schemas.microsoft.com/office/powerpoint/2010/main" val="4068040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194560" y="3901440"/>
            <a:ext cx="22851770" cy="8453120"/>
          </a:xfrm>
        </p:spPr>
        <p:txBody>
          <a:bodyPr/>
          <a:lstStyle/>
          <a:p>
            <a:r>
              <a:rPr lang="en-US"/>
              <a:t>Click to edit Master title style</a:t>
            </a:r>
          </a:p>
        </p:txBody>
      </p:sp>
      <p:sp>
        <p:nvSpPr>
          <p:cNvPr id="3" name="Content Placeholder 2"/>
          <p:cNvSpPr>
            <a:spLocks noGrp="1"/>
          </p:cNvSpPr>
          <p:nvPr>
            <p:ph sz="half" idx="1"/>
          </p:nvPr>
        </p:nvSpPr>
        <p:spPr>
          <a:xfrm>
            <a:off x="2194562" y="13827770"/>
            <a:ext cx="11117192" cy="24836941"/>
          </a:xfrm>
        </p:spPr>
        <p:txBody>
          <a:bodyPr>
            <a:normAutofit/>
          </a:bodyPr>
          <a:lstStyle>
            <a:lvl1pPr>
              <a:defRPr sz="6480"/>
            </a:lvl1pPr>
            <a:lvl2pPr>
              <a:defRPr sz="5760"/>
            </a:lvl2pPr>
            <a:lvl3pPr>
              <a:defRPr sz="5040"/>
            </a:lvl3pPr>
            <a:lvl4pPr>
              <a:defRPr sz="4320"/>
            </a:lvl4pPr>
            <a:lvl5pPr>
              <a:defRPr sz="4320"/>
            </a:lvl5pPr>
            <a:lvl6pPr>
              <a:defRPr sz="4320"/>
            </a:lvl6pPr>
            <a:lvl7pPr>
              <a:defRPr sz="4320"/>
            </a:lvl7pPr>
            <a:lvl8pPr>
              <a:defRPr sz="4320"/>
            </a:lvl8pPr>
            <a:lvl9pPr>
              <a:defRPr sz="43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3929134" y="13827779"/>
            <a:ext cx="11117196" cy="24836947"/>
          </a:xfrm>
        </p:spPr>
        <p:txBody>
          <a:bodyPr>
            <a:normAutofit/>
          </a:bodyPr>
          <a:lstStyle>
            <a:lvl1pPr>
              <a:defRPr sz="6480"/>
            </a:lvl1pPr>
            <a:lvl2pPr>
              <a:defRPr sz="5760"/>
            </a:lvl2pPr>
            <a:lvl3pPr>
              <a:defRPr sz="5040"/>
            </a:lvl3pPr>
            <a:lvl4pPr>
              <a:defRPr sz="4320"/>
            </a:lvl4pPr>
            <a:lvl5pPr>
              <a:defRPr sz="4320"/>
            </a:lvl5pPr>
            <a:lvl6pPr>
              <a:defRPr sz="4320"/>
            </a:lvl6pPr>
            <a:lvl7pPr>
              <a:defRPr sz="4320"/>
            </a:lvl7pPr>
            <a:lvl8pPr>
              <a:defRPr sz="4320"/>
            </a:lvl8pPr>
            <a:lvl9pPr>
              <a:defRPr sz="43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120EC71-715E-4B58-9185-FE143542617F}" type="datetimeFigureOut">
              <a:rPr lang="en-US" smtClean="0"/>
              <a:pPr/>
              <a:t>3/17/2025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4FD300-1CBC-4C0A-BB3D-05C241396AA1}" type="slidenum">
              <a:rPr lang="en-US" smtClean="0"/>
              <a:pPr/>
              <a:t>‹#›</a:t>
            </a:fld>
            <a:endParaRPr lang="en-US"/>
          </a:p>
        </p:txBody>
      </p:sp>
    </p:spTree>
    <p:extLst>
      <p:ext uri="{BB962C8B-B14F-4D97-AF65-F5344CB8AC3E}">
        <p14:creationId xmlns:p14="http://schemas.microsoft.com/office/powerpoint/2010/main" val="2366020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4558" y="3901440"/>
            <a:ext cx="22851767" cy="84531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4557" y="13830291"/>
            <a:ext cx="11126419" cy="3688077"/>
          </a:xfrm>
        </p:spPr>
        <p:txBody>
          <a:bodyPr anchor="b">
            <a:noAutofit/>
          </a:bodyPr>
          <a:lstStyle>
            <a:lvl1pPr marL="0" indent="0">
              <a:buNone/>
              <a:defRPr sz="8640" b="0"/>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4" name="Content Placeholder 3"/>
          <p:cNvSpPr>
            <a:spLocks noGrp="1"/>
          </p:cNvSpPr>
          <p:nvPr>
            <p:ph sz="half" idx="2"/>
          </p:nvPr>
        </p:nvSpPr>
        <p:spPr>
          <a:xfrm>
            <a:off x="2194557" y="17518378"/>
            <a:ext cx="11126419" cy="2114634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3919904" y="13830291"/>
            <a:ext cx="11126419" cy="3688077"/>
          </a:xfrm>
        </p:spPr>
        <p:txBody>
          <a:bodyPr anchor="b">
            <a:noAutofit/>
          </a:bodyPr>
          <a:lstStyle>
            <a:lvl1pPr marL="0" indent="0">
              <a:buNone/>
              <a:defRPr sz="8640" b="0"/>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6" name="Content Placeholder 5"/>
          <p:cNvSpPr>
            <a:spLocks noGrp="1"/>
          </p:cNvSpPr>
          <p:nvPr>
            <p:ph sz="quarter" idx="4"/>
          </p:nvPr>
        </p:nvSpPr>
        <p:spPr>
          <a:xfrm>
            <a:off x="13919904" y="17518378"/>
            <a:ext cx="11126419" cy="2114634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120EC71-715E-4B58-9185-FE143542617F}" type="datetimeFigureOut">
              <a:rPr lang="en-US" smtClean="0"/>
              <a:pPr/>
              <a:t>3/17/2025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4FD300-1CBC-4C0A-BB3D-05C241396AA1}" type="slidenum">
              <a:rPr lang="en-US" smtClean="0"/>
              <a:pPr/>
              <a:t>‹#›</a:t>
            </a:fld>
            <a:endParaRPr lang="en-US"/>
          </a:p>
        </p:txBody>
      </p:sp>
    </p:spTree>
    <p:extLst>
      <p:ext uri="{BB962C8B-B14F-4D97-AF65-F5344CB8AC3E}">
        <p14:creationId xmlns:p14="http://schemas.microsoft.com/office/powerpoint/2010/main" val="40757508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194557" y="3901440"/>
            <a:ext cx="22851770" cy="845312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9120EC71-715E-4B58-9185-FE143542617F}" type="datetimeFigureOut">
              <a:rPr lang="en-US" smtClean="0"/>
              <a:pPr/>
              <a:t>3/17/2025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4FD300-1CBC-4C0A-BB3D-05C241396AA1}" type="slidenum">
              <a:rPr lang="en-US" smtClean="0"/>
              <a:pPr/>
              <a:t>‹#›</a:t>
            </a:fld>
            <a:endParaRPr lang="en-US"/>
          </a:p>
        </p:txBody>
      </p:sp>
    </p:spTree>
    <p:extLst>
      <p:ext uri="{BB962C8B-B14F-4D97-AF65-F5344CB8AC3E}">
        <p14:creationId xmlns:p14="http://schemas.microsoft.com/office/powerpoint/2010/main" val="13267724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20EC71-715E-4B58-9185-FE143542617F}" type="datetimeFigureOut">
              <a:rPr lang="en-US" smtClean="0"/>
              <a:pPr/>
              <a:t>3/17/2025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4FD300-1CBC-4C0A-BB3D-05C241396AA1}" type="slidenum">
              <a:rPr lang="en-US" smtClean="0"/>
              <a:pPr/>
              <a:t>‹#›</a:t>
            </a:fld>
            <a:endParaRPr lang="en-US"/>
          </a:p>
        </p:txBody>
      </p:sp>
    </p:spTree>
    <p:extLst>
      <p:ext uri="{BB962C8B-B14F-4D97-AF65-F5344CB8AC3E}">
        <p14:creationId xmlns:p14="http://schemas.microsoft.com/office/powerpoint/2010/main" val="11620372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57" y="9591066"/>
            <a:ext cx="10044655" cy="8182182"/>
          </a:xfrm>
        </p:spPr>
        <p:txBody>
          <a:bodyPr anchor="b">
            <a:normAutofit/>
          </a:bodyPr>
          <a:lstStyle>
            <a:lvl1pPr>
              <a:defRPr sz="7200"/>
            </a:lvl1pPr>
          </a:lstStyle>
          <a:p>
            <a:r>
              <a:rPr lang="en-US"/>
              <a:t>Click to edit Master title style</a:t>
            </a:r>
          </a:p>
        </p:txBody>
      </p:sp>
      <p:sp>
        <p:nvSpPr>
          <p:cNvPr id="3" name="Content Placeholder 2"/>
          <p:cNvSpPr>
            <a:spLocks noGrp="1"/>
          </p:cNvSpPr>
          <p:nvPr>
            <p:ph idx="1"/>
          </p:nvPr>
        </p:nvSpPr>
        <p:spPr>
          <a:xfrm>
            <a:off x="12856592" y="3295523"/>
            <a:ext cx="12189733" cy="353691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557" y="17773245"/>
            <a:ext cx="10044655" cy="16540474"/>
          </a:xfrm>
        </p:spPr>
        <p:txBody>
          <a:bodyPr>
            <a:normAutofit/>
          </a:bodyPr>
          <a:lstStyle>
            <a:lvl1pPr marL="0" indent="0">
              <a:buNone/>
              <a:defRPr sz="5040"/>
            </a:lvl1pPr>
            <a:lvl2pPr marL="1234440" indent="0">
              <a:buNone/>
              <a:defRPr sz="3780"/>
            </a:lvl2pPr>
            <a:lvl3pPr marL="2468880" indent="0">
              <a:buNone/>
              <a:defRPr sz="3240"/>
            </a:lvl3pPr>
            <a:lvl4pPr marL="3703320" indent="0">
              <a:buNone/>
              <a:defRPr sz="2700"/>
            </a:lvl4pPr>
            <a:lvl5pPr marL="4937760" indent="0">
              <a:buNone/>
              <a:defRPr sz="2700"/>
            </a:lvl5pPr>
            <a:lvl6pPr marL="6172200" indent="0">
              <a:buNone/>
              <a:defRPr sz="2700"/>
            </a:lvl6pPr>
            <a:lvl7pPr marL="7406640" indent="0">
              <a:buNone/>
              <a:defRPr sz="2700"/>
            </a:lvl7pPr>
            <a:lvl8pPr marL="8641080" indent="0">
              <a:buNone/>
              <a:defRPr sz="2700"/>
            </a:lvl8pPr>
            <a:lvl9pPr marL="9875520" indent="0">
              <a:buNone/>
              <a:defRPr sz="2700"/>
            </a:lvl9pPr>
          </a:lstStyle>
          <a:p>
            <a:pPr lvl="0"/>
            <a:r>
              <a:rPr lang="en-US"/>
              <a:t>Click to edit Master text styles</a:t>
            </a:r>
          </a:p>
        </p:txBody>
      </p:sp>
      <p:sp>
        <p:nvSpPr>
          <p:cNvPr id="5" name="Date Placeholder 4"/>
          <p:cNvSpPr>
            <a:spLocks noGrp="1"/>
          </p:cNvSpPr>
          <p:nvPr>
            <p:ph type="dt" sz="half" idx="10"/>
          </p:nvPr>
        </p:nvSpPr>
        <p:spPr/>
        <p:txBody>
          <a:bodyPr/>
          <a:lstStyle/>
          <a:p>
            <a:fld id="{9120EC71-715E-4B58-9185-FE143542617F}" type="datetimeFigureOut">
              <a:rPr lang="en-US" smtClean="0"/>
              <a:pPr/>
              <a:t>3/17/2025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4FD300-1CBC-4C0A-BB3D-05C241396AA1}" type="slidenum">
              <a:rPr lang="en-US" smtClean="0"/>
              <a:pPr/>
              <a:t>‹#›</a:t>
            </a:fld>
            <a:endParaRPr lang="en-US"/>
          </a:p>
        </p:txBody>
      </p:sp>
    </p:spTree>
    <p:extLst>
      <p:ext uri="{BB962C8B-B14F-4D97-AF65-F5344CB8AC3E}">
        <p14:creationId xmlns:p14="http://schemas.microsoft.com/office/powerpoint/2010/main" val="265925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57" y="30723840"/>
            <a:ext cx="22851770" cy="3627123"/>
          </a:xfrm>
        </p:spPr>
        <p:txBody>
          <a:bodyPr anchor="b">
            <a:normAutofit/>
          </a:bodyPr>
          <a:lstStyle>
            <a:lvl1pPr algn="l">
              <a:defRPr sz="8640" b="0"/>
            </a:lvl1pPr>
          </a:lstStyle>
          <a:p>
            <a:r>
              <a:rPr lang="en-US"/>
              <a:t>Click to edit Master title style</a:t>
            </a:r>
          </a:p>
        </p:txBody>
      </p:sp>
      <p:sp>
        <p:nvSpPr>
          <p:cNvPr id="3" name="Picture Placeholder 2"/>
          <p:cNvSpPr>
            <a:spLocks noGrp="1" noChangeAspect="1"/>
          </p:cNvSpPr>
          <p:nvPr>
            <p:ph type="pic" idx="1"/>
          </p:nvPr>
        </p:nvSpPr>
        <p:spPr>
          <a:xfrm>
            <a:off x="2194557" y="3901440"/>
            <a:ext cx="22851770" cy="24612595"/>
          </a:xfrm>
        </p:spPr>
        <p:txBody>
          <a:bodyPr anchor="t">
            <a:normAutofit/>
          </a:bodyPr>
          <a:lstStyle>
            <a:lvl1pPr marL="0" indent="0" algn="ctr">
              <a:buNone/>
              <a:defRPr sz="5760"/>
            </a:lvl1pPr>
            <a:lvl2pPr marL="1645920" indent="0">
              <a:buNone/>
              <a:defRPr sz="5760"/>
            </a:lvl2pPr>
            <a:lvl3pPr marL="3291840" indent="0">
              <a:buNone/>
              <a:defRPr sz="5760"/>
            </a:lvl3pPr>
            <a:lvl4pPr marL="4937760" indent="0">
              <a:buNone/>
              <a:defRPr sz="5760"/>
            </a:lvl4pPr>
            <a:lvl5pPr marL="6583680" indent="0">
              <a:buNone/>
              <a:defRPr sz="5760"/>
            </a:lvl5pPr>
            <a:lvl6pPr marL="8229600" indent="0">
              <a:buNone/>
              <a:defRPr sz="5760"/>
            </a:lvl6pPr>
            <a:lvl7pPr marL="9875520" indent="0">
              <a:buNone/>
              <a:defRPr sz="5760"/>
            </a:lvl7pPr>
            <a:lvl8pPr marL="11521440" indent="0">
              <a:buNone/>
              <a:defRPr sz="5760"/>
            </a:lvl8pPr>
            <a:lvl9pPr marL="13167360" indent="0">
              <a:buNone/>
              <a:defRPr sz="5760"/>
            </a:lvl9pPr>
          </a:lstStyle>
          <a:p>
            <a:r>
              <a:rPr lang="en-US"/>
              <a:t>Click icon to add picture</a:t>
            </a:r>
          </a:p>
        </p:txBody>
      </p:sp>
      <p:sp>
        <p:nvSpPr>
          <p:cNvPr id="4" name="Text Placeholder 3"/>
          <p:cNvSpPr>
            <a:spLocks noGrp="1"/>
          </p:cNvSpPr>
          <p:nvPr>
            <p:ph type="body" sz="half" idx="2"/>
          </p:nvPr>
        </p:nvSpPr>
        <p:spPr>
          <a:xfrm>
            <a:off x="2194557" y="34350963"/>
            <a:ext cx="22851770" cy="4313754"/>
          </a:xfrm>
        </p:spPr>
        <p:txBody>
          <a:bodyPr>
            <a:normAutofit/>
          </a:bodyPr>
          <a:lstStyle>
            <a:lvl1pPr marL="0" indent="0">
              <a:buNone/>
              <a:defRPr sz="4320"/>
            </a:lvl1pPr>
            <a:lvl2pPr marL="1645920" indent="0">
              <a:buNone/>
              <a:defRPr sz="4320"/>
            </a:lvl2pPr>
            <a:lvl3pPr marL="3291840" indent="0">
              <a:buNone/>
              <a:defRPr sz="3600"/>
            </a:lvl3pPr>
            <a:lvl4pPr marL="4937760" indent="0">
              <a:buNone/>
              <a:defRPr sz="3240"/>
            </a:lvl4pPr>
            <a:lvl5pPr marL="6583680" indent="0">
              <a:buNone/>
              <a:defRPr sz="3240"/>
            </a:lvl5pPr>
            <a:lvl6pPr marL="8229600" indent="0">
              <a:buNone/>
              <a:defRPr sz="3240"/>
            </a:lvl6pPr>
            <a:lvl7pPr marL="9875520" indent="0">
              <a:buNone/>
              <a:defRPr sz="3240"/>
            </a:lvl7pPr>
            <a:lvl8pPr marL="11521440" indent="0">
              <a:buNone/>
              <a:defRPr sz="3240"/>
            </a:lvl8pPr>
            <a:lvl9pPr marL="13167360" indent="0">
              <a:buNone/>
              <a:defRPr sz="3240"/>
            </a:lvl9pPr>
          </a:lstStyle>
          <a:p>
            <a:pPr lvl="0"/>
            <a:r>
              <a:rPr lang="en-US"/>
              <a:t>Click to edit Master text styles</a:t>
            </a:r>
          </a:p>
        </p:txBody>
      </p:sp>
      <p:sp>
        <p:nvSpPr>
          <p:cNvPr id="5" name="Date Placeholder 4"/>
          <p:cNvSpPr>
            <a:spLocks noGrp="1"/>
          </p:cNvSpPr>
          <p:nvPr>
            <p:ph type="dt" sz="half" idx="10"/>
          </p:nvPr>
        </p:nvSpPr>
        <p:spPr/>
        <p:txBody>
          <a:bodyPr/>
          <a:lstStyle/>
          <a:p>
            <a:fld id="{9120EC71-715E-4B58-9185-FE143542617F}" type="datetimeFigureOut">
              <a:rPr lang="en-US" smtClean="0"/>
              <a:pPr/>
              <a:t>3/17/2025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4FD300-1CBC-4C0A-BB3D-05C241396AA1}" type="slidenum">
              <a:rPr lang="en-US" smtClean="0"/>
              <a:pPr/>
              <a:t>‹#›</a:t>
            </a:fld>
            <a:endParaRPr lang="en-US"/>
          </a:p>
        </p:txBody>
      </p:sp>
    </p:spTree>
    <p:extLst>
      <p:ext uri="{BB962C8B-B14F-4D97-AF65-F5344CB8AC3E}">
        <p14:creationId xmlns:p14="http://schemas.microsoft.com/office/powerpoint/2010/main" val="27485333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0" y="3901440"/>
            <a:ext cx="22851770" cy="21783040"/>
          </a:xfrm>
        </p:spPr>
        <p:txBody>
          <a:bodyPr anchor="ctr">
            <a:normAutofit/>
          </a:bodyPr>
          <a:lstStyle>
            <a:lvl1pPr algn="l">
              <a:defRPr sz="15840" b="0" cap="none"/>
            </a:lvl1pPr>
          </a:lstStyle>
          <a:p>
            <a:r>
              <a:rPr lang="en-US"/>
              <a:t>Click to edit Master title style</a:t>
            </a:r>
          </a:p>
        </p:txBody>
      </p:sp>
      <p:sp>
        <p:nvSpPr>
          <p:cNvPr id="3" name="Text Placeholder 2"/>
          <p:cNvSpPr>
            <a:spLocks noGrp="1"/>
          </p:cNvSpPr>
          <p:nvPr>
            <p:ph type="body" idx="1"/>
          </p:nvPr>
        </p:nvSpPr>
        <p:spPr>
          <a:xfrm>
            <a:off x="2194560" y="28610560"/>
            <a:ext cx="22851770" cy="10054157"/>
          </a:xfrm>
        </p:spPr>
        <p:txBody>
          <a:bodyPr anchor="ctr">
            <a:normAutofit/>
          </a:bodyPr>
          <a:lstStyle>
            <a:lvl1pPr marL="0" indent="0" algn="l">
              <a:buNone/>
              <a:defRPr sz="6480">
                <a:solidFill>
                  <a:schemeClr val="tx1">
                    <a:lumMod val="75000"/>
                    <a:lumOff val="25000"/>
                  </a:schemeClr>
                </a:solidFill>
              </a:defRPr>
            </a:lvl1pPr>
            <a:lvl2pPr marL="1645920" indent="0">
              <a:buNone/>
              <a:defRPr sz="6480">
                <a:solidFill>
                  <a:schemeClr val="tx1">
                    <a:tint val="75000"/>
                  </a:schemeClr>
                </a:solidFill>
              </a:defRPr>
            </a:lvl2pPr>
            <a:lvl3pPr marL="3291840" indent="0">
              <a:buNone/>
              <a:defRPr sz="5760">
                <a:solidFill>
                  <a:schemeClr val="tx1">
                    <a:tint val="75000"/>
                  </a:schemeClr>
                </a:solidFill>
              </a:defRPr>
            </a:lvl3pPr>
            <a:lvl4pPr marL="4937760" indent="0">
              <a:buNone/>
              <a:defRPr sz="5040">
                <a:solidFill>
                  <a:schemeClr val="tx1">
                    <a:tint val="75000"/>
                  </a:schemeClr>
                </a:solidFill>
              </a:defRPr>
            </a:lvl4pPr>
            <a:lvl5pPr marL="6583680" indent="0">
              <a:buNone/>
              <a:defRPr sz="5040">
                <a:solidFill>
                  <a:schemeClr val="tx1">
                    <a:tint val="75000"/>
                  </a:schemeClr>
                </a:solidFill>
              </a:defRPr>
            </a:lvl5pPr>
            <a:lvl6pPr marL="8229600" indent="0">
              <a:buNone/>
              <a:defRPr sz="5040">
                <a:solidFill>
                  <a:schemeClr val="tx1">
                    <a:tint val="75000"/>
                  </a:schemeClr>
                </a:solidFill>
              </a:defRPr>
            </a:lvl6pPr>
            <a:lvl7pPr marL="9875520" indent="0">
              <a:buNone/>
              <a:defRPr sz="5040">
                <a:solidFill>
                  <a:schemeClr val="tx1">
                    <a:tint val="75000"/>
                  </a:schemeClr>
                </a:solidFill>
              </a:defRPr>
            </a:lvl7pPr>
            <a:lvl8pPr marL="11521440" indent="0">
              <a:buNone/>
              <a:defRPr sz="5040">
                <a:solidFill>
                  <a:schemeClr val="tx1">
                    <a:tint val="75000"/>
                  </a:schemeClr>
                </a:solidFill>
              </a:defRPr>
            </a:lvl8pPr>
            <a:lvl9pPr marL="13167360" indent="0">
              <a:buNone/>
              <a:defRPr sz="504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120EC71-715E-4B58-9185-FE143542617F}" type="datetimeFigureOut">
              <a:rPr lang="en-US" smtClean="0"/>
              <a:pPr/>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4FD300-1CBC-4C0A-BB3D-05C241396AA1}" type="slidenum">
              <a:rPr lang="en-US" smtClean="0"/>
              <a:pPr/>
              <a:t>‹#›</a:t>
            </a:fld>
            <a:endParaRPr lang="en-US"/>
          </a:p>
        </p:txBody>
      </p:sp>
    </p:spTree>
    <p:extLst>
      <p:ext uri="{BB962C8B-B14F-4D97-AF65-F5344CB8AC3E}">
        <p14:creationId xmlns:p14="http://schemas.microsoft.com/office/powerpoint/2010/main" val="2128052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789586" y="3901440"/>
            <a:ext cx="21859855" cy="19344640"/>
          </a:xfrm>
        </p:spPr>
        <p:txBody>
          <a:bodyPr anchor="ctr">
            <a:normAutofit/>
          </a:bodyPr>
          <a:lstStyle>
            <a:lvl1pPr algn="l">
              <a:defRPr sz="15840" b="0" cap="none"/>
            </a:lvl1pPr>
          </a:lstStyle>
          <a:p>
            <a:r>
              <a:rPr lang="en-US"/>
              <a:t>Click to edit Master title style</a:t>
            </a:r>
          </a:p>
        </p:txBody>
      </p:sp>
      <p:sp>
        <p:nvSpPr>
          <p:cNvPr id="23" name="Text Placeholder 9"/>
          <p:cNvSpPr>
            <a:spLocks noGrp="1"/>
          </p:cNvSpPr>
          <p:nvPr>
            <p:ph type="body" sz="quarter" idx="13"/>
          </p:nvPr>
        </p:nvSpPr>
        <p:spPr>
          <a:xfrm>
            <a:off x="3963867" y="23246080"/>
            <a:ext cx="19511294" cy="2438400"/>
          </a:xfrm>
        </p:spPr>
        <p:txBody>
          <a:bodyPr anchor="ctr">
            <a:noAutofit/>
          </a:bodyPr>
          <a:lstStyle>
            <a:lvl1pPr marL="0" indent="0">
              <a:buFontTx/>
              <a:buNone/>
              <a:defRPr sz="5760">
                <a:solidFill>
                  <a:schemeClr val="tx1">
                    <a:lumMod val="50000"/>
                    <a:lumOff val="50000"/>
                  </a:schemeClr>
                </a:solidFill>
              </a:defRPr>
            </a:lvl1pPr>
            <a:lvl2pPr marL="1645920" indent="0">
              <a:buFontTx/>
              <a:buNone/>
              <a:defRPr/>
            </a:lvl2pPr>
            <a:lvl3pPr marL="3291840" indent="0">
              <a:buFontTx/>
              <a:buNone/>
              <a:defRPr/>
            </a:lvl3pPr>
            <a:lvl4pPr marL="4937760" indent="0">
              <a:buFontTx/>
              <a:buNone/>
              <a:defRPr/>
            </a:lvl4pPr>
            <a:lvl5pPr marL="6583680" indent="0">
              <a:buFontTx/>
              <a:buNone/>
              <a:defRPr/>
            </a:lvl5pPr>
          </a:lstStyle>
          <a:p>
            <a:pPr lvl="0"/>
            <a:r>
              <a:rPr lang="en-US"/>
              <a:t>Click to edit Master text styles</a:t>
            </a:r>
          </a:p>
        </p:txBody>
      </p:sp>
      <p:sp>
        <p:nvSpPr>
          <p:cNvPr id="3" name="Text Placeholder 2"/>
          <p:cNvSpPr>
            <a:spLocks noGrp="1"/>
          </p:cNvSpPr>
          <p:nvPr>
            <p:ph type="body" idx="1"/>
          </p:nvPr>
        </p:nvSpPr>
        <p:spPr>
          <a:xfrm>
            <a:off x="2194555" y="28610560"/>
            <a:ext cx="22851774" cy="10054157"/>
          </a:xfrm>
        </p:spPr>
        <p:txBody>
          <a:bodyPr anchor="ctr">
            <a:normAutofit/>
          </a:bodyPr>
          <a:lstStyle>
            <a:lvl1pPr marL="0" indent="0" algn="l">
              <a:buNone/>
              <a:defRPr sz="6480">
                <a:solidFill>
                  <a:schemeClr val="tx1">
                    <a:lumMod val="75000"/>
                    <a:lumOff val="25000"/>
                  </a:schemeClr>
                </a:solidFill>
              </a:defRPr>
            </a:lvl1pPr>
            <a:lvl2pPr marL="1645920" indent="0">
              <a:buNone/>
              <a:defRPr sz="6480">
                <a:solidFill>
                  <a:schemeClr val="tx1">
                    <a:tint val="75000"/>
                  </a:schemeClr>
                </a:solidFill>
              </a:defRPr>
            </a:lvl2pPr>
            <a:lvl3pPr marL="3291840" indent="0">
              <a:buNone/>
              <a:defRPr sz="5760">
                <a:solidFill>
                  <a:schemeClr val="tx1">
                    <a:tint val="75000"/>
                  </a:schemeClr>
                </a:solidFill>
              </a:defRPr>
            </a:lvl3pPr>
            <a:lvl4pPr marL="4937760" indent="0">
              <a:buNone/>
              <a:defRPr sz="5040">
                <a:solidFill>
                  <a:schemeClr val="tx1">
                    <a:tint val="75000"/>
                  </a:schemeClr>
                </a:solidFill>
              </a:defRPr>
            </a:lvl4pPr>
            <a:lvl5pPr marL="6583680" indent="0">
              <a:buNone/>
              <a:defRPr sz="5040">
                <a:solidFill>
                  <a:schemeClr val="tx1">
                    <a:tint val="75000"/>
                  </a:schemeClr>
                </a:solidFill>
              </a:defRPr>
            </a:lvl5pPr>
            <a:lvl6pPr marL="8229600" indent="0">
              <a:buNone/>
              <a:defRPr sz="5040">
                <a:solidFill>
                  <a:schemeClr val="tx1">
                    <a:tint val="75000"/>
                  </a:schemeClr>
                </a:solidFill>
              </a:defRPr>
            </a:lvl6pPr>
            <a:lvl7pPr marL="9875520" indent="0">
              <a:buNone/>
              <a:defRPr sz="5040">
                <a:solidFill>
                  <a:schemeClr val="tx1">
                    <a:tint val="75000"/>
                  </a:schemeClr>
                </a:solidFill>
              </a:defRPr>
            </a:lvl7pPr>
            <a:lvl8pPr marL="11521440" indent="0">
              <a:buNone/>
              <a:defRPr sz="5040">
                <a:solidFill>
                  <a:schemeClr val="tx1">
                    <a:tint val="75000"/>
                  </a:schemeClr>
                </a:solidFill>
              </a:defRPr>
            </a:lvl8pPr>
            <a:lvl9pPr marL="13167360" indent="0">
              <a:buNone/>
              <a:defRPr sz="504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120EC71-715E-4B58-9185-FE143542617F}" type="datetimeFigureOut">
              <a:rPr lang="en-US" smtClean="0"/>
              <a:pPr/>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4FD300-1CBC-4C0A-BB3D-05C241396AA1}" type="slidenum">
              <a:rPr lang="en-US" smtClean="0"/>
              <a:pPr/>
              <a:t>‹#›</a:t>
            </a:fld>
            <a:endParaRPr lang="en-US"/>
          </a:p>
        </p:txBody>
      </p:sp>
      <p:sp>
        <p:nvSpPr>
          <p:cNvPr id="24" name="TextBox 23"/>
          <p:cNvSpPr txBox="1"/>
          <p:nvPr/>
        </p:nvSpPr>
        <p:spPr>
          <a:xfrm>
            <a:off x="1737762" y="5058419"/>
            <a:ext cx="1646348" cy="3742566"/>
          </a:xfrm>
          <a:prstGeom prst="rect">
            <a:avLst/>
          </a:prstGeom>
        </p:spPr>
        <p:txBody>
          <a:bodyPr vert="horz" lIns="329184" tIns="164592" rIns="329184" bIns="164592" rtlCol="0" anchor="ctr">
            <a:noAutofit/>
          </a:bodyPr>
          <a:lstStyle/>
          <a:p>
            <a:pPr lvl="0"/>
            <a:r>
              <a:rPr lang="en-US" sz="28800" baseline="0">
                <a:ln w="3175" cmpd="sng">
                  <a:noFill/>
                </a:ln>
                <a:solidFill>
                  <a:schemeClr val="accent1">
                    <a:lumMod val="60000"/>
                    <a:lumOff val="40000"/>
                  </a:schemeClr>
                </a:solidFill>
                <a:effectLst/>
                <a:latin typeface="Arial"/>
              </a:rPr>
              <a:t>“</a:t>
            </a:r>
          </a:p>
        </p:txBody>
      </p:sp>
      <p:sp>
        <p:nvSpPr>
          <p:cNvPr id="25" name="TextBox 24"/>
          <p:cNvSpPr txBox="1"/>
          <p:nvPr/>
        </p:nvSpPr>
        <p:spPr>
          <a:xfrm>
            <a:off x="24291718" y="18473959"/>
            <a:ext cx="1646348" cy="3742566"/>
          </a:xfrm>
          <a:prstGeom prst="rect">
            <a:avLst/>
          </a:prstGeom>
        </p:spPr>
        <p:txBody>
          <a:bodyPr vert="horz" lIns="329184" tIns="164592" rIns="329184" bIns="164592" rtlCol="0" anchor="ctr">
            <a:noAutofit/>
          </a:bodyPr>
          <a:lstStyle/>
          <a:p>
            <a:pPr lvl="0"/>
            <a:r>
              <a:rPr lang="en-US" sz="288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401903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194555" y="12364723"/>
            <a:ext cx="22851774" cy="16610944"/>
          </a:xfrm>
        </p:spPr>
        <p:txBody>
          <a:bodyPr anchor="b">
            <a:normAutofit/>
          </a:bodyPr>
          <a:lstStyle>
            <a:lvl1pPr algn="l">
              <a:defRPr sz="15840" b="0" cap="none"/>
            </a:lvl1pPr>
          </a:lstStyle>
          <a:p>
            <a:r>
              <a:rPr lang="en-US"/>
              <a:t>Click to edit Master title style</a:t>
            </a:r>
          </a:p>
        </p:txBody>
      </p:sp>
      <p:sp>
        <p:nvSpPr>
          <p:cNvPr id="3" name="Text Placeholder 2"/>
          <p:cNvSpPr>
            <a:spLocks noGrp="1"/>
          </p:cNvSpPr>
          <p:nvPr>
            <p:ph type="body" idx="1"/>
          </p:nvPr>
        </p:nvSpPr>
        <p:spPr>
          <a:xfrm>
            <a:off x="2194555" y="28975667"/>
            <a:ext cx="22851774" cy="9689050"/>
          </a:xfrm>
        </p:spPr>
        <p:txBody>
          <a:bodyPr anchor="t">
            <a:normAutofit/>
          </a:bodyPr>
          <a:lstStyle>
            <a:lvl1pPr marL="0" indent="0" algn="l">
              <a:buNone/>
              <a:defRPr sz="6480">
                <a:solidFill>
                  <a:schemeClr val="tx1">
                    <a:lumMod val="75000"/>
                    <a:lumOff val="25000"/>
                  </a:schemeClr>
                </a:solidFill>
              </a:defRPr>
            </a:lvl1pPr>
            <a:lvl2pPr marL="1645920" indent="0">
              <a:buNone/>
              <a:defRPr sz="6480">
                <a:solidFill>
                  <a:schemeClr val="tx1">
                    <a:tint val="75000"/>
                  </a:schemeClr>
                </a:solidFill>
              </a:defRPr>
            </a:lvl2pPr>
            <a:lvl3pPr marL="3291840" indent="0">
              <a:buNone/>
              <a:defRPr sz="5760">
                <a:solidFill>
                  <a:schemeClr val="tx1">
                    <a:tint val="75000"/>
                  </a:schemeClr>
                </a:solidFill>
              </a:defRPr>
            </a:lvl3pPr>
            <a:lvl4pPr marL="4937760" indent="0">
              <a:buNone/>
              <a:defRPr sz="5040">
                <a:solidFill>
                  <a:schemeClr val="tx1">
                    <a:tint val="75000"/>
                  </a:schemeClr>
                </a:solidFill>
              </a:defRPr>
            </a:lvl4pPr>
            <a:lvl5pPr marL="6583680" indent="0">
              <a:buNone/>
              <a:defRPr sz="5040">
                <a:solidFill>
                  <a:schemeClr val="tx1">
                    <a:tint val="75000"/>
                  </a:schemeClr>
                </a:solidFill>
              </a:defRPr>
            </a:lvl5pPr>
            <a:lvl6pPr marL="8229600" indent="0">
              <a:buNone/>
              <a:defRPr sz="5040">
                <a:solidFill>
                  <a:schemeClr val="tx1">
                    <a:tint val="75000"/>
                  </a:schemeClr>
                </a:solidFill>
              </a:defRPr>
            </a:lvl6pPr>
            <a:lvl7pPr marL="9875520" indent="0">
              <a:buNone/>
              <a:defRPr sz="5040">
                <a:solidFill>
                  <a:schemeClr val="tx1">
                    <a:tint val="75000"/>
                  </a:schemeClr>
                </a:solidFill>
              </a:defRPr>
            </a:lvl7pPr>
            <a:lvl8pPr marL="11521440" indent="0">
              <a:buNone/>
              <a:defRPr sz="5040">
                <a:solidFill>
                  <a:schemeClr val="tx1">
                    <a:tint val="75000"/>
                  </a:schemeClr>
                </a:solidFill>
              </a:defRPr>
            </a:lvl8pPr>
            <a:lvl9pPr marL="13167360" indent="0">
              <a:buNone/>
              <a:defRPr sz="504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120EC71-715E-4B58-9185-FE143542617F}" type="datetimeFigureOut">
              <a:rPr lang="en-US" smtClean="0"/>
              <a:pPr/>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4FD300-1CBC-4C0A-BB3D-05C241396AA1}" type="slidenum">
              <a:rPr lang="en-US" smtClean="0"/>
              <a:pPr/>
              <a:t>‹#›</a:t>
            </a:fld>
            <a:endParaRPr lang="en-US"/>
          </a:p>
        </p:txBody>
      </p:sp>
    </p:spTree>
    <p:extLst>
      <p:ext uri="{BB962C8B-B14F-4D97-AF65-F5344CB8AC3E}">
        <p14:creationId xmlns:p14="http://schemas.microsoft.com/office/powerpoint/2010/main" val="12638873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2789586" y="3901440"/>
            <a:ext cx="21859855" cy="19344640"/>
          </a:xfrm>
        </p:spPr>
        <p:txBody>
          <a:bodyPr anchor="ctr">
            <a:normAutofit/>
          </a:bodyPr>
          <a:lstStyle>
            <a:lvl1pPr algn="l">
              <a:defRPr sz="15840" b="0" cap="none"/>
            </a:lvl1pPr>
          </a:lstStyle>
          <a:p>
            <a:r>
              <a:rPr lang="en-US"/>
              <a:t>Click to edit Master title style</a:t>
            </a:r>
          </a:p>
        </p:txBody>
      </p:sp>
      <p:sp>
        <p:nvSpPr>
          <p:cNvPr id="23" name="Text Placeholder 9"/>
          <p:cNvSpPr>
            <a:spLocks noGrp="1"/>
          </p:cNvSpPr>
          <p:nvPr>
            <p:ph type="body" sz="quarter" idx="13"/>
          </p:nvPr>
        </p:nvSpPr>
        <p:spPr>
          <a:xfrm>
            <a:off x="2194549" y="25684480"/>
            <a:ext cx="22851778" cy="3291187"/>
          </a:xfrm>
        </p:spPr>
        <p:txBody>
          <a:bodyPr anchor="b">
            <a:noAutofit/>
          </a:bodyPr>
          <a:lstStyle>
            <a:lvl1pPr marL="0" indent="0">
              <a:buFontTx/>
              <a:buNone/>
              <a:defRPr sz="8640">
                <a:solidFill>
                  <a:schemeClr val="tx1">
                    <a:lumMod val="75000"/>
                    <a:lumOff val="25000"/>
                  </a:schemeClr>
                </a:solidFill>
              </a:defRPr>
            </a:lvl1pPr>
            <a:lvl2pPr marL="1645920" indent="0">
              <a:buFontTx/>
              <a:buNone/>
              <a:defRPr/>
            </a:lvl2pPr>
            <a:lvl3pPr marL="3291840" indent="0">
              <a:buFontTx/>
              <a:buNone/>
              <a:defRPr/>
            </a:lvl3pPr>
            <a:lvl4pPr marL="4937760" indent="0">
              <a:buFontTx/>
              <a:buNone/>
              <a:defRPr/>
            </a:lvl4pPr>
            <a:lvl5pPr marL="6583680" indent="0">
              <a:buFontTx/>
              <a:buNone/>
              <a:defRPr/>
            </a:lvl5pPr>
          </a:lstStyle>
          <a:p>
            <a:pPr lvl="0"/>
            <a:r>
              <a:rPr lang="en-US"/>
              <a:t>Click to edit Master text styles</a:t>
            </a:r>
          </a:p>
        </p:txBody>
      </p:sp>
      <p:sp>
        <p:nvSpPr>
          <p:cNvPr id="3" name="Text Placeholder 2"/>
          <p:cNvSpPr>
            <a:spLocks noGrp="1"/>
          </p:cNvSpPr>
          <p:nvPr>
            <p:ph type="body" idx="1"/>
          </p:nvPr>
        </p:nvSpPr>
        <p:spPr>
          <a:xfrm>
            <a:off x="2194555" y="28975667"/>
            <a:ext cx="22851774" cy="9689050"/>
          </a:xfrm>
        </p:spPr>
        <p:txBody>
          <a:bodyPr anchor="t">
            <a:normAutofit/>
          </a:bodyPr>
          <a:lstStyle>
            <a:lvl1pPr marL="0" indent="0" algn="l">
              <a:buNone/>
              <a:defRPr sz="6480">
                <a:solidFill>
                  <a:schemeClr val="tx1">
                    <a:lumMod val="50000"/>
                    <a:lumOff val="50000"/>
                  </a:schemeClr>
                </a:solidFill>
              </a:defRPr>
            </a:lvl1pPr>
            <a:lvl2pPr marL="1645920" indent="0">
              <a:buNone/>
              <a:defRPr sz="6480">
                <a:solidFill>
                  <a:schemeClr val="tx1">
                    <a:tint val="75000"/>
                  </a:schemeClr>
                </a:solidFill>
              </a:defRPr>
            </a:lvl2pPr>
            <a:lvl3pPr marL="3291840" indent="0">
              <a:buNone/>
              <a:defRPr sz="5760">
                <a:solidFill>
                  <a:schemeClr val="tx1">
                    <a:tint val="75000"/>
                  </a:schemeClr>
                </a:solidFill>
              </a:defRPr>
            </a:lvl3pPr>
            <a:lvl4pPr marL="4937760" indent="0">
              <a:buNone/>
              <a:defRPr sz="5040">
                <a:solidFill>
                  <a:schemeClr val="tx1">
                    <a:tint val="75000"/>
                  </a:schemeClr>
                </a:solidFill>
              </a:defRPr>
            </a:lvl4pPr>
            <a:lvl5pPr marL="6583680" indent="0">
              <a:buNone/>
              <a:defRPr sz="5040">
                <a:solidFill>
                  <a:schemeClr val="tx1">
                    <a:tint val="75000"/>
                  </a:schemeClr>
                </a:solidFill>
              </a:defRPr>
            </a:lvl5pPr>
            <a:lvl6pPr marL="8229600" indent="0">
              <a:buNone/>
              <a:defRPr sz="5040">
                <a:solidFill>
                  <a:schemeClr val="tx1">
                    <a:tint val="75000"/>
                  </a:schemeClr>
                </a:solidFill>
              </a:defRPr>
            </a:lvl6pPr>
            <a:lvl7pPr marL="9875520" indent="0">
              <a:buNone/>
              <a:defRPr sz="5040">
                <a:solidFill>
                  <a:schemeClr val="tx1">
                    <a:tint val="75000"/>
                  </a:schemeClr>
                </a:solidFill>
              </a:defRPr>
            </a:lvl7pPr>
            <a:lvl8pPr marL="11521440" indent="0">
              <a:buNone/>
              <a:defRPr sz="5040">
                <a:solidFill>
                  <a:schemeClr val="tx1">
                    <a:tint val="75000"/>
                  </a:schemeClr>
                </a:solidFill>
              </a:defRPr>
            </a:lvl8pPr>
            <a:lvl9pPr marL="13167360" indent="0">
              <a:buNone/>
              <a:defRPr sz="504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120EC71-715E-4B58-9185-FE143542617F}" type="datetimeFigureOut">
              <a:rPr lang="en-US" smtClean="0"/>
              <a:pPr/>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4FD300-1CBC-4C0A-BB3D-05C241396AA1}" type="slidenum">
              <a:rPr lang="en-US" smtClean="0"/>
              <a:pPr/>
              <a:t>‹#›</a:t>
            </a:fld>
            <a:endParaRPr lang="en-US"/>
          </a:p>
        </p:txBody>
      </p:sp>
      <p:sp>
        <p:nvSpPr>
          <p:cNvPr id="24" name="TextBox 23"/>
          <p:cNvSpPr txBox="1"/>
          <p:nvPr/>
        </p:nvSpPr>
        <p:spPr>
          <a:xfrm>
            <a:off x="1737762" y="5058419"/>
            <a:ext cx="1646348" cy="3742566"/>
          </a:xfrm>
          <a:prstGeom prst="rect">
            <a:avLst/>
          </a:prstGeom>
        </p:spPr>
        <p:txBody>
          <a:bodyPr vert="horz" lIns="329184" tIns="164592" rIns="329184" bIns="164592" rtlCol="0" anchor="ctr">
            <a:noAutofit/>
          </a:bodyPr>
          <a:lstStyle/>
          <a:p>
            <a:pPr lvl="0"/>
            <a:r>
              <a:rPr lang="en-US" sz="28800" baseline="0">
                <a:ln w="3175" cmpd="sng">
                  <a:noFill/>
                </a:ln>
                <a:solidFill>
                  <a:schemeClr val="accent1">
                    <a:lumMod val="60000"/>
                    <a:lumOff val="40000"/>
                  </a:schemeClr>
                </a:solidFill>
                <a:effectLst/>
                <a:latin typeface="Arial"/>
              </a:rPr>
              <a:t>“</a:t>
            </a:r>
          </a:p>
        </p:txBody>
      </p:sp>
      <p:sp>
        <p:nvSpPr>
          <p:cNvPr id="25" name="TextBox 24"/>
          <p:cNvSpPr txBox="1"/>
          <p:nvPr/>
        </p:nvSpPr>
        <p:spPr>
          <a:xfrm>
            <a:off x="24291718" y="18473959"/>
            <a:ext cx="1646348" cy="3742566"/>
          </a:xfrm>
          <a:prstGeom prst="rect">
            <a:avLst/>
          </a:prstGeom>
        </p:spPr>
        <p:txBody>
          <a:bodyPr vert="horz" lIns="329184" tIns="164592" rIns="329184" bIns="164592" rtlCol="0" anchor="ctr">
            <a:noAutofit/>
          </a:bodyPr>
          <a:lstStyle/>
          <a:p>
            <a:pPr lvl="0"/>
            <a:r>
              <a:rPr lang="en-US" sz="288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211193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217055" y="3901440"/>
            <a:ext cx="22829274" cy="19344640"/>
          </a:xfrm>
        </p:spPr>
        <p:txBody>
          <a:bodyPr anchor="ctr">
            <a:normAutofit/>
          </a:bodyPr>
          <a:lstStyle>
            <a:lvl1pPr algn="l">
              <a:defRPr sz="15840" b="0" cap="none"/>
            </a:lvl1pPr>
          </a:lstStyle>
          <a:p>
            <a:r>
              <a:rPr lang="en-US"/>
              <a:t>Click to edit Master title style</a:t>
            </a:r>
          </a:p>
        </p:txBody>
      </p:sp>
      <p:sp>
        <p:nvSpPr>
          <p:cNvPr id="23" name="Text Placeholder 9"/>
          <p:cNvSpPr>
            <a:spLocks noGrp="1"/>
          </p:cNvSpPr>
          <p:nvPr>
            <p:ph type="body" sz="quarter" idx="13"/>
          </p:nvPr>
        </p:nvSpPr>
        <p:spPr>
          <a:xfrm>
            <a:off x="2194549" y="25684480"/>
            <a:ext cx="22851778" cy="3291187"/>
          </a:xfrm>
        </p:spPr>
        <p:txBody>
          <a:bodyPr anchor="b">
            <a:noAutofit/>
          </a:bodyPr>
          <a:lstStyle>
            <a:lvl1pPr marL="0" indent="0">
              <a:buFontTx/>
              <a:buNone/>
              <a:defRPr sz="8640">
                <a:solidFill>
                  <a:schemeClr val="accent1"/>
                </a:solidFill>
              </a:defRPr>
            </a:lvl1pPr>
            <a:lvl2pPr marL="1645920" indent="0">
              <a:buFontTx/>
              <a:buNone/>
              <a:defRPr/>
            </a:lvl2pPr>
            <a:lvl3pPr marL="3291840" indent="0">
              <a:buFontTx/>
              <a:buNone/>
              <a:defRPr/>
            </a:lvl3pPr>
            <a:lvl4pPr marL="4937760" indent="0">
              <a:buFontTx/>
              <a:buNone/>
              <a:defRPr/>
            </a:lvl4pPr>
            <a:lvl5pPr marL="6583680" indent="0">
              <a:buFontTx/>
              <a:buNone/>
              <a:defRPr/>
            </a:lvl5pPr>
          </a:lstStyle>
          <a:p>
            <a:pPr lvl="0"/>
            <a:r>
              <a:rPr lang="en-US"/>
              <a:t>Click to edit Master text styles</a:t>
            </a:r>
          </a:p>
        </p:txBody>
      </p:sp>
      <p:sp>
        <p:nvSpPr>
          <p:cNvPr id="3" name="Text Placeholder 2"/>
          <p:cNvSpPr>
            <a:spLocks noGrp="1"/>
          </p:cNvSpPr>
          <p:nvPr>
            <p:ph type="body" idx="1"/>
          </p:nvPr>
        </p:nvSpPr>
        <p:spPr>
          <a:xfrm>
            <a:off x="2194555" y="28975667"/>
            <a:ext cx="22851774" cy="9689050"/>
          </a:xfrm>
        </p:spPr>
        <p:txBody>
          <a:bodyPr anchor="t">
            <a:normAutofit/>
          </a:bodyPr>
          <a:lstStyle>
            <a:lvl1pPr marL="0" indent="0" algn="l">
              <a:buNone/>
              <a:defRPr sz="6480">
                <a:solidFill>
                  <a:schemeClr val="tx1">
                    <a:lumMod val="50000"/>
                    <a:lumOff val="50000"/>
                  </a:schemeClr>
                </a:solidFill>
              </a:defRPr>
            </a:lvl1pPr>
            <a:lvl2pPr marL="1645920" indent="0">
              <a:buNone/>
              <a:defRPr sz="6480">
                <a:solidFill>
                  <a:schemeClr val="tx1">
                    <a:tint val="75000"/>
                  </a:schemeClr>
                </a:solidFill>
              </a:defRPr>
            </a:lvl2pPr>
            <a:lvl3pPr marL="3291840" indent="0">
              <a:buNone/>
              <a:defRPr sz="5760">
                <a:solidFill>
                  <a:schemeClr val="tx1">
                    <a:tint val="75000"/>
                  </a:schemeClr>
                </a:solidFill>
              </a:defRPr>
            </a:lvl3pPr>
            <a:lvl4pPr marL="4937760" indent="0">
              <a:buNone/>
              <a:defRPr sz="5040">
                <a:solidFill>
                  <a:schemeClr val="tx1">
                    <a:tint val="75000"/>
                  </a:schemeClr>
                </a:solidFill>
              </a:defRPr>
            </a:lvl4pPr>
            <a:lvl5pPr marL="6583680" indent="0">
              <a:buNone/>
              <a:defRPr sz="5040">
                <a:solidFill>
                  <a:schemeClr val="tx1">
                    <a:tint val="75000"/>
                  </a:schemeClr>
                </a:solidFill>
              </a:defRPr>
            </a:lvl5pPr>
            <a:lvl6pPr marL="8229600" indent="0">
              <a:buNone/>
              <a:defRPr sz="5040">
                <a:solidFill>
                  <a:schemeClr val="tx1">
                    <a:tint val="75000"/>
                  </a:schemeClr>
                </a:solidFill>
              </a:defRPr>
            </a:lvl6pPr>
            <a:lvl7pPr marL="9875520" indent="0">
              <a:buNone/>
              <a:defRPr sz="5040">
                <a:solidFill>
                  <a:schemeClr val="tx1">
                    <a:tint val="75000"/>
                  </a:schemeClr>
                </a:solidFill>
              </a:defRPr>
            </a:lvl7pPr>
            <a:lvl8pPr marL="11521440" indent="0">
              <a:buNone/>
              <a:defRPr sz="5040">
                <a:solidFill>
                  <a:schemeClr val="tx1">
                    <a:tint val="75000"/>
                  </a:schemeClr>
                </a:solidFill>
              </a:defRPr>
            </a:lvl8pPr>
            <a:lvl9pPr marL="13167360" indent="0">
              <a:buNone/>
              <a:defRPr sz="504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120EC71-715E-4B58-9185-FE143542617F}" type="datetimeFigureOut">
              <a:rPr lang="en-US" smtClean="0"/>
              <a:pPr/>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4FD300-1CBC-4C0A-BB3D-05C241396AA1}" type="slidenum">
              <a:rPr lang="en-US" smtClean="0"/>
              <a:pPr/>
              <a:t>‹#›</a:t>
            </a:fld>
            <a:endParaRPr lang="en-US"/>
          </a:p>
        </p:txBody>
      </p:sp>
    </p:spTree>
    <p:extLst>
      <p:ext uri="{BB962C8B-B14F-4D97-AF65-F5344CB8AC3E}">
        <p14:creationId xmlns:p14="http://schemas.microsoft.com/office/powerpoint/2010/main" val="39290331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120EC71-715E-4B58-9185-FE143542617F}" type="datetimeFigureOut">
              <a:rPr lang="en-US" smtClean="0"/>
              <a:pPr/>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4FD300-1CBC-4C0A-BB3D-05C241396AA1}" type="slidenum">
              <a:rPr lang="en-US" smtClean="0"/>
              <a:pPr/>
              <a:t>‹#›</a:t>
            </a:fld>
            <a:endParaRPr lang="en-US"/>
          </a:p>
        </p:txBody>
      </p:sp>
    </p:spTree>
    <p:extLst>
      <p:ext uri="{BB962C8B-B14F-4D97-AF65-F5344CB8AC3E}">
        <p14:creationId xmlns:p14="http://schemas.microsoft.com/office/powerpoint/2010/main" val="32532832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518323" y="3901443"/>
            <a:ext cx="3523723" cy="33609286"/>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2194556" y="3901443"/>
            <a:ext cx="18702094" cy="3360928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120EC71-715E-4B58-9185-FE143542617F}" type="datetimeFigureOut">
              <a:rPr lang="en-US" smtClean="0"/>
              <a:pPr/>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4FD300-1CBC-4C0A-BB3D-05C241396AA1}" type="slidenum">
              <a:rPr lang="en-US" smtClean="0"/>
              <a:pPr/>
              <a:t>‹#›</a:t>
            </a:fld>
            <a:endParaRPr lang="en-US"/>
          </a:p>
        </p:txBody>
      </p:sp>
    </p:spTree>
    <p:extLst>
      <p:ext uri="{BB962C8B-B14F-4D97-AF65-F5344CB8AC3E}">
        <p14:creationId xmlns:p14="http://schemas.microsoft.com/office/powerpoint/2010/main" val="2747493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30479" y="-54192"/>
            <a:ext cx="33011298" cy="43999584"/>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2194558" y="3901440"/>
            <a:ext cx="22851767" cy="845312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2194557" y="13827779"/>
            <a:ext cx="22851770" cy="2483694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9458929" y="38664726"/>
            <a:ext cx="2462875" cy="2336800"/>
          </a:xfrm>
          <a:prstGeom prst="rect">
            <a:avLst/>
          </a:prstGeom>
        </p:spPr>
        <p:txBody>
          <a:bodyPr vert="horz" lIns="91440" tIns="45720" rIns="91440" bIns="45720" rtlCol="0" anchor="ctr"/>
          <a:lstStyle>
            <a:lvl1pPr algn="r">
              <a:defRPr sz="3240">
                <a:solidFill>
                  <a:schemeClr val="tx1">
                    <a:tint val="75000"/>
                  </a:schemeClr>
                </a:solidFill>
              </a:defRPr>
            </a:lvl1pPr>
          </a:lstStyle>
          <a:p>
            <a:fld id="{9120EC71-715E-4B58-9185-FE143542617F}" type="datetimeFigureOut">
              <a:rPr lang="en-US" smtClean="0"/>
              <a:pPr/>
              <a:t>3/17/2025</a:t>
            </a:fld>
            <a:endParaRPr lang="en-US"/>
          </a:p>
        </p:txBody>
      </p:sp>
      <p:sp>
        <p:nvSpPr>
          <p:cNvPr id="5" name="Footer Placeholder 4"/>
          <p:cNvSpPr>
            <a:spLocks noGrp="1"/>
          </p:cNvSpPr>
          <p:nvPr>
            <p:ph type="ftr" sz="quarter" idx="3"/>
          </p:nvPr>
        </p:nvSpPr>
        <p:spPr>
          <a:xfrm>
            <a:off x="2194558" y="38664726"/>
            <a:ext cx="16642703" cy="2336800"/>
          </a:xfrm>
          <a:prstGeom prst="rect">
            <a:avLst/>
          </a:prstGeom>
        </p:spPr>
        <p:txBody>
          <a:bodyPr vert="horz" lIns="91440" tIns="45720" rIns="91440" bIns="45720" rtlCol="0" anchor="ctr"/>
          <a:lstStyle>
            <a:lvl1pPr algn="l">
              <a:defRPr sz="324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3200834" y="38664726"/>
            <a:ext cx="1845497" cy="2336800"/>
          </a:xfrm>
          <a:prstGeom prst="rect">
            <a:avLst/>
          </a:prstGeom>
        </p:spPr>
        <p:txBody>
          <a:bodyPr vert="horz" lIns="91440" tIns="45720" rIns="91440" bIns="45720" rtlCol="0" anchor="ctr"/>
          <a:lstStyle>
            <a:lvl1pPr algn="r">
              <a:defRPr sz="3240">
                <a:solidFill>
                  <a:schemeClr val="accent1"/>
                </a:solidFill>
              </a:defRPr>
            </a:lvl1pPr>
          </a:lstStyle>
          <a:p>
            <a:fld id="{9B4FD300-1CBC-4C0A-BB3D-05C241396AA1}" type="slidenum">
              <a:rPr lang="en-US" smtClean="0"/>
              <a:pPr/>
              <a:t>‹#›</a:t>
            </a:fld>
            <a:endParaRPr lang="en-US"/>
          </a:p>
        </p:txBody>
      </p:sp>
    </p:spTree>
    <p:extLst>
      <p:ext uri="{BB962C8B-B14F-4D97-AF65-F5344CB8AC3E}">
        <p14:creationId xmlns:p14="http://schemas.microsoft.com/office/powerpoint/2010/main" val="392300331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1645920" rtl="0" eaLnBrk="1" latinLnBrk="0" hangingPunct="1">
        <a:spcBef>
          <a:spcPct val="0"/>
        </a:spcBef>
        <a:buNone/>
        <a:defRPr sz="1296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234440" indent="-1234440" algn="l" defTabSz="1645920" rtl="0" eaLnBrk="1" latinLnBrk="0" hangingPunct="1">
        <a:spcBef>
          <a:spcPts val="3600"/>
        </a:spcBef>
        <a:spcAft>
          <a:spcPts val="0"/>
        </a:spcAft>
        <a:buClr>
          <a:schemeClr val="accent1"/>
        </a:buClr>
        <a:buSzPct val="80000"/>
        <a:buFont typeface="Wingdings 3" charset="2"/>
        <a:buChar char=""/>
        <a:defRPr sz="6480" kern="1200">
          <a:solidFill>
            <a:schemeClr val="tx1">
              <a:lumMod val="75000"/>
              <a:lumOff val="25000"/>
            </a:schemeClr>
          </a:solidFill>
          <a:latin typeface="+mn-lt"/>
          <a:ea typeface="+mn-ea"/>
          <a:cs typeface="+mn-cs"/>
        </a:defRPr>
      </a:lvl1pPr>
      <a:lvl2pPr marL="2674620" indent="-1028700" algn="l" defTabSz="1645920" rtl="0" eaLnBrk="1" latinLnBrk="0" hangingPunct="1">
        <a:spcBef>
          <a:spcPts val="3600"/>
        </a:spcBef>
        <a:spcAft>
          <a:spcPts val="0"/>
        </a:spcAft>
        <a:buClr>
          <a:schemeClr val="accent1"/>
        </a:buClr>
        <a:buSzPct val="80000"/>
        <a:buFont typeface="Wingdings 3" charset="2"/>
        <a:buChar char=""/>
        <a:defRPr sz="5760" kern="1200">
          <a:solidFill>
            <a:schemeClr val="tx1">
              <a:lumMod val="75000"/>
              <a:lumOff val="25000"/>
            </a:schemeClr>
          </a:solidFill>
          <a:latin typeface="+mn-lt"/>
          <a:ea typeface="+mn-ea"/>
          <a:cs typeface="+mn-cs"/>
        </a:defRPr>
      </a:lvl2pPr>
      <a:lvl3pPr marL="4114800" indent="-822960" algn="l" defTabSz="1645920" rtl="0" eaLnBrk="1" latinLnBrk="0" hangingPunct="1">
        <a:spcBef>
          <a:spcPts val="3600"/>
        </a:spcBef>
        <a:spcAft>
          <a:spcPts val="0"/>
        </a:spcAft>
        <a:buClr>
          <a:schemeClr val="accent1"/>
        </a:buClr>
        <a:buSzPct val="80000"/>
        <a:buFont typeface="Wingdings 3" charset="2"/>
        <a:buChar char=""/>
        <a:defRPr sz="5040" kern="1200">
          <a:solidFill>
            <a:schemeClr val="tx1">
              <a:lumMod val="75000"/>
              <a:lumOff val="25000"/>
            </a:schemeClr>
          </a:solidFill>
          <a:latin typeface="+mn-lt"/>
          <a:ea typeface="+mn-ea"/>
          <a:cs typeface="+mn-cs"/>
        </a:defRPr>
      </a:lvl3pPr>
      <a:lvl4pPr marL="5760720" indent="-822960" algn="l" defTabSz="1645920" rtl="0" eaLnBrk="1" latinLnBrk="0" hangingPunct="1">
        <a:spcBef>
          <a:spcPts val="3600"/>
        </a:spcBef>
        <a:spcAft>
          <a:spcPts val="0"/>
        </a:spcAft>
        <a:buClr>
          <a:schemeClr val="accent1"/>
        </a:buClr>
        <a:buSzPct val="80000"/>
        <a:buFont typeface="Wingdings 3" charset="2"/>
        <a:buChar char=""/>
        <a:defRPr sz="4320" kern="1200">
          <a:solidFill>
            <a:schemeClr val="tx1">
              <a:lumMod val="75000"/>
              <a:lumOff val="25000"/>
            </a:schemeClr>
          </a:solidFill>
          <a:latin typeface="+mn-lt"/>
          <a:ea typeface="+mn-ea"/>
          <a:cs typeface="+mn-cs"/>
        </a:defRPr>
      </a:lvl4pPr>
      <a:lvl5pPr marL="7406640" indent="-822960" algn="l" defTabSz="1645920" rtl="0" eaLnBrk="1" latinLnBrk="0" hangingPunct="1">
        <a:spcBef>
          <a:spcPts val="3600"/>
        </a:spcBef>
        <a:spcAft>
          <a:spcPts val="0"/>
        </a:spcAft>
        <a:buClr>
          <a:schemeClr val="accent1"/>
        </a:buClr>
        <a:buSzPct val="80000"/>
        <a:buFont typeface="Wingdings 3" charset="2"/>
        <a:buChar char=""/>
        <a:defRPr sz="4320" kern="1200">
          <a:solidFill>
            <a:schemeClr val="tx1">
              <a:lumMod val="75000"/>
              <a:lumOff val="25000"/>
            </a:schemeClr>
          </a:solidFill>
          <a:latin typeface="+mn-lt"/>
          <a:ea typeface="+mn-ea"/>
          <a:cs typeface="+mn-cs"/>
        </a:defRPr>
      </a:lvl5pPr>
      <a:lvl6pPr marL="9052560" indent="-822960" algn="l" defTabSz="1645920" rtl="0" eaLnBrk="1" latinLnBrk="0" hangingPunct="1">
        <a:spcBef>
          <a:spcPts val="3600"/>
        </a:spcBef>
        <a:spcAft>
          <a:spcPts val="0"/>
        </a:spcAft>
        <a:buClr>
          <a:schemeClr val="accent1"/>
        </a:buClr>
        <a:buSzPct val="80000"/>
        <a:buFont typeface="Wingdings 3" charset="2"/>
        <a:buChar char=""/>
        <a:defRPr sz="4320" kern="1200">
          <a:solidFill>
            <a:schemeClr val="tx1">
              <a:lumMod val="75000"/>
              <a:lumOff val="25000"/>
            </a:schemeClr>
          </a:solidFill>
          <a:latin typeface="+mn-lt"/>
          <a:ea typeface="+mn-ea"/>
          <a:cs typeface="+mn-cs"/>
        </a:defRPr>
      </a:lvl6pPr>
      <a:lvl7pPr marL="10698480" indent="-822960" algn="l" defTabSz="1645920" rtl="0" eaLnBrk="1" latinLnBrk="0" hangingPunct="1">
        <a:spcBef>
          <a:spcPts val="3600"/>
        </a:spcBef>
        <a:spcAft>
          <a:spcPts val="0"/>
        </a:spcAft>
        <a:buClr>
          <a:schemeClr val="accent1"/>
        </a:buClr>
        <a:buSzPct val="80000"/>
        <a:buFont typeface="Wingdings 3" charset="2"/>
        <a:buChar char=""/>
        <a:defRPr sz="4320" kern="1200">
          <a:solidFill>
            <a:schemeClr val="tx1">
              <a:lumMod val="75000"/>
              <a:lumOff val="25000"/>
            </a:schemeClr>
          </a:solidFill>
          <a:latin typeface="+mn-lt"/>
          <a:ea typeface="+mn-ea"/>
          <a:cs typeface="+mn-cs"/>
        </a:defRPr>
      </a:lvl7pPr>
      <a:lvl8pPr marL="12344400" indent="-822960" algn="l" defTabSz="1645920" rtl="0" eaLnBrk="1" latinLnBrk="0" hangingPunct="1">
        <a:spcBef>
          <a:spcPts val="3600"/>
        </a:spcBef>
        <a:spcAft>
          <a:spcPts val="0"/>
        </a:spcAft>
        <a:buClr>
          <a:schemeClr val="accent1"/>
        </a:buClr>
        <a:buSzPct val="80000"/>
        <a:buFont typeface="Wingdings 3" charset="2"/>
        <a:buChar char=""/>
        <a:defRPr sz="4320" kern="1200">
          <a:solidFill>
            <a:schemeClr val="tx1">
              <a:lumMod val="75000"/>
              <a:lumOff val="25000"/>
            </a:schemeClr>
          </a:solidFill>
          <a:latin typeface="+mn-lt"/>
          <a:ea typeface="+mn-ea"/>
          <a:cs typeface="+mn-cs"/>
        </a:defRPr>
      </a:lvl8pPr>
      <a:lvl9pPr marL="13990320" indent="-822960" algn="l" defTabSz="1645920" rtl="0" eaLnBrk="1" latinLnBrk="0" hangingPunct="1">
        <a:spcBef>
          <a:spcPts val="3600"/>
        </a:spcBef>
        <a:spcAft>
          <a:spcPts val="0"/>
        </a:spcAft>
        <a:buClr>
          <a:schemeClr val="accent1"/>
        </a:buClr>
        <a:buSzPct val="80000"/>
        <a:buFont typeface="Wingdings 3" charset="2"/>
        <a:buChar char=""/>
        <a:defRPr sz="4320" kern="1200">
          <a:solidFill>
            <a:schemeClr val="tx1">
              <a:lumMod val="75000"/>
              <a:lumOff val="25000"/>
            </a:schemeClr>
          </a:solidFill>
          <a:latin typeface="+mn-lt"/>
          <a:ea typeface="+mn-ea"/>
          <a:cs typeface="+mn-cs"/>
        </a:defRPr>
      </a:lvl9pPr>
    </p:bodyStyle>
    <p:otherStyle>
      <a:defPPr>
        <a:defRPr lang="en-US"/>
      </a:defPPr>
      <a:lvl1pPr marL="0" algn="l" defTabSz="1645920" rtl="0" eaLnBrk="1" latinLnBrk="0" hangingPunct="1">
        <a:defRPr sz="6480" kern="1200">
          <a:solidFill>
            <a:schemeClr val="tx1"/>
          </a:solidFill>
          <a:latin typeface="+mn-lt"/>
          <a:ea typeface="+mn-ea"/>
          <a:cs typeface="+mn-cs"/>
        </a:defRPr>
      </a:lvl1pPr>
      <a:lvl2pPr marL="1645920" algn="l" defTabSz="1645920" rtl="0" eaLnBrk="1" latinLnBrk="0" hangingPunct="1">
        <a:defRPr sz="6480" kern="1200">
          <a:solidFill>
            <a:schemeClr val="tx1"/>
          </a:solidFill>
          <a:latin typeface="+mn-lt"/>
          <a:ea typeface="+mn-ea"/>
          <a:cs typeface="+mn-cs"/>
        </a:defRPr>
      </a:lvl2pPr>
      <a:lvl3pPr marL="3291840" algn="l" defTabSz="1645920" rtl="0" eaLnBrk="1" latinLnBrk="0" hangingPunct="1">
        <a:defRPr sz="6480" kern="1200">
          <a:solidFill>
            <a:schemeClr val="tx1"/>
          </a:solidFill>
          <a:latin typeface="+mn-lt"/>
          <a:ea typeface="+mn-ea"/>
          <a:cs typeface="+mn-cs"/>
        </a:defRPr>
      </a:lvl3pPr>
      <a:lvl4pPr marL="4937760" algn="l" defTabSz="1645920" rtl="0" eaLnBrk="1" latinLnBrk="0" hangingPunct="1">
        <a:defRPr sz="6480" kern="1200">
          <a:solidFill>
            <a:schemeClr val="tx1"/>
          </a:solidFill>
          <a:latin typeface="+mn-lt"/>
          <a:ea typeface="+mn-ea"/>
          <a:cs typeface="+mn-cs"/>
        </a:defRPr>
      </a:lvl4pPr>
      <a:lvl5pPr marL="6583680" algn="l" defTabSz="1645920" rtl="0" eaLnBrk="1" latinLnBrk="0" hangingPunct="1">
        <a:defRPr sz="6480" kern="1200">
          <a:solidFill>
            <a:schemeClr val="tx1"/>
          </a:solidFill>
          <a:latin typeface="+mn-lt"/>
          <a:ea typeface="+mn-ea"/>
          <a:cs typeface="+mn-cs"/>
        </a:defRPr>
      </a:lvl5pPr>
      <a:lvl6pPr marL="8229600" algn="l" defTabSz="1645920" rtl="0" eaLnBrk="1" latinLnBrk="0" hangingPunct="1">
        <a:defRPr sz="6480" kern="1200">
          <a:solidFill>
            <a:schemeClr val="tx1"/>
          </a:solidFill>
          <a:latin typeface="+mn-lt"/>
          <a:ea typeface="+mn-ea"/>
          <a:cs typeface="+mn-cs"/>
        </a:defRPr>
      </a:lvl6pPr>
      <a:lvl7pPr marL="9875520" algn="l" defTabSz="1645920" rtl="0" eaLnBrk="1" latinLnBrk="0" hangingPunct="1">
        <a:defRPr sz="6480" kern="1200">
          <a:solidFill>
            <a:schemeClr val="tx1"/>
          </a:solidFill>
          <a:latin typeface="+mn-lt"/>
          <a:ea typeface="+mn-ea"/>
          <a:cs typeface="+mn-cs"/>
        </a:defRPr>
      </a:lvl7pPr>
      <a:lvl8pPr marL="11521440" algn="l" defTabSz="1645920" rtl="0" eaLnBrk="1" latinLnBrk="0" hangingPunct="1">
        <a:defRPr sz="6480" kern="1200">
          <a:solidFill>
            <a:schemeClr val="tx1"/>
          </a:solidFill>
          <a:latin typeface="+mn-lt"/>
          <a:ea typeface="+mn-ea"/>
          <a:cs typeface="+mn-cs"/>
        </a:defRPr>
      </a:lvl8pPr>
      <a:lvl9pPr marL="13167360" algn="l" defTabSz="1645920" rtl="0" eaLnBrk="1" latinLnBrk="0" hangingPunct="1">
        <a:defRPr sz="64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hyperlink" Target="https://doi.org/10.1017/CBO9780511790942" TargetMode="External"/><Relationship Id="rId18" Type="http://schemas.openxmlformats.org/officeDocument/2006/relationships/hyperlink" Target="https://openai.com/index/chatgpt/" TargetMode="External"/><Relationship Id="rId26" Type="http://schemas.openxmlformats.org/officeDocument/2006/relationships/hyperlink" Target="https://doi.org/10.1037/bul0000219" TargetMode="External"/><Relationship Id="rId39" Type="http://schemas.openxmlformats.org/officeDocument/2006/relationships/hyperlink" Target="https://academeblog.org/2023/07/13/the-limitations-of-test-scores-and-gpas-in-college-admissions/" TargetMode="External"/><Relationship Id="rId21" Type="http://schemas.openxmlformats.org/officeDocument/2006/relationships/hyperlink" Target="https://eric.ed.gov/?id=ED563202" TargetMode="External"/><Relationship Id="rId34" Type="http://schemas.openxmlformats.org/officeDocument/2006/relationships/hyperlink" Target="https://github.com/josue-rodriguez/psymetadata" TargetMode="External"/><Relationship Id="rId42" Type="http://schemas.openxmlformats.org/officeDocument/2006/relationships/hyperlink" Target="https://pmc.ncbi.nlm.nih.gov/articles/PMC3444174/" TargetMode="External"/><Relationship Id="rId47" Type="http://schemas.openxmlformats.org/officeDocument/2006/relationships/image" Target="../media/image4.png"/><Relationship Id="rId7" Type="http://schemas.openxmlformats.org/officeDocument/2006/relationships/hyperlink" Target="https://doi.org/10.1002/job.320" TargetMode="External"/><Relationship Id="rId2" Type="http://schemas.openxmlformats.org/officeDocument/2006/relationships/notesSlide" Target="../notesSlides/notesSlide1.xml"/><Relationship Id="rId16" Type="http://schemas.openxmlformats.org/officeDocument/2006/relationships/hyperlink" Target="https://r4ds.had.co.nz/" TargetMode="External"/><Relationship Id="rId29" Type="http://schemas.openxmlformats.org/officeDocument/2006/relationships/hyperlink" Target="https://doi.org/10.1371/journal.pone.0166742" TargetMode="External"/><Relationship Id="rId11" Type="http://schemas.openxmlformats.org/officeDocument/2006/relationships/hyperlink" Target="https://ap.themyersbriggs.com/overview/EQ-i-20-8" TargetMode="External"/><Relationship Id="rId24" Type="http://schemas.openxmlformats.org/officeDocument/2006/relationships/hyperlink" Target="https://www.geeksforgeeks.org/ml-linear-regression/" TargetMode="External"/><Relationship Id="rId32" Type="http://schemas.openxmlformats.org/officeDocument/2006/relationships/hyperlink" Target="https://www.bibsonomy.org/bibtex/387e5a55f80acbcfd8d6851d9343fa42?postOwner=vivion&amp;intraHash=a06edbcafdbb837e6799a69acc9843ba" TargetMode="External"/><Relationship Id="rId37" Type="http://schemas.openxmlformats.org/officeDocument/2006/relationships/hyperlink" Target="https://doi.org/10.3389/fpubh.2023.1249020" TargetMode="External"/><Relationship Id="rId40" Type="http://schemas.openxmlformats.org/officeDocument/2006/relationships/hyperlink" Target="https://stackoverflow.com/q/39886562/28242858" TargetMode="External"/><Relationship Id="rId45" Type="http://schemas.openxmlformats.org/officeDocument/2006/relationships/image" Target="../media/image2.png"/><Relationship Id="rId5" Type="http://schemas.openxmlformats.org/officeDocument/2006/relationships/hyperlink" Target="https://doi.org/10.1007/s12529-020-09867-8" TargetMode="External"/><Relationship Id="rId15" Type="http://schemas.openxmlformats.org/officeDocument/2006/relationships/hyperlink" Target="https://doi.org/10.32614/RJ-2017-016" TargetMode="External"/><Relationship Id="rId23" Type="http://schemas.openxmlformats.org/officeDocument/2006/relationships/hyperlink" Target="https://www.science.smith.edu/~jcrouser/SDS293/labs/lab14-r.html" TargetMode="External"/><Relationship Id="rId28" Type="http://schemas.openxmlformats.org/officeDocument/2006/relationships/hyperlink" Target="https://christophm.github.io/interpretable-ml-book/pdp.html" TargetMode="External"/><Relationship Id="rId36" Type="http://schemas.openxmlformats.org/officeDocument/2006/relationships/hyperlink" Target="https://openurl.ebsco.com/contentitem/gcd:113858112?sid=ebsco:plink:crawler&amp;id=ebsco:gcd:113858112" TargetMode="External"/><Relationship Id="rId49" Type="http://schemas.openxmlformats.org/officeDocument/2006/relationships/image" Target="../media/image6.png"/><Relationship Id="rId10" Type="http://schemas.openxmlformats.org/officeDocument/2006/relationships/hyperlink" Target="https://collegepublishing.sagepub.com/products/discovering-statistics-using-ibm-spss-statistics-5-260423" TargetMode="External"/><Relationship Id="rId19" Type="http://schemas.openxmlformats.org/officeDocument/2006/relationships/hyperlink" Target="https://www.cengage.com/c/introductory-econometrics-a-modern-approach-6e-wooldridge/9781305270107/" TargetMode="External"/><Relationship Id="rId31" Type="http://schemas.openxmlformats.org/officeDocument/2006/relationships/hyperlink" Target="https://doi.org/10.3389/fpsyg.2019.01116" TargetMode="External"/><Relationship Id="rId44" Type="http://schemas.openxmlformats.org/officeDocument/2006/relationships/hyperlink" Target="https://www.eitrainingcompany.com/eq-i/" TargetMode="External"/><Relationship Id="rId4" Type="http://schemas.openxmlformats.org/officeDocument/2006/relationships/hyperlink" Target="https://www.science.org/content/article/wave-graduate-programs-drop-gre-application-requirement" TargetMode="External"/><Relationship Id="rId9" Type="http://schemas.openxmlformats.org/officeDocument/2006/relationships/hyperlink" Target="https://www.geeksforgeeks.org/decision-tree-for-regression-in-r-programming/" TargetMode="External"/><Relationship Id="rId14" Type="http://schemas.openxmlformats.org/officeDocument/2006/relationships/hyperlink" Target="https://nces.ed.gov/ipeds/TrendGenerator/app/answer/7/32" TargetMode="External"/><Relationship Id="rId22" Type="http://schemas.openxmlformats.org/officeDocument/2006/relationships/hyperlink" Target="https://topepo.github.io/caret/variable-importance.html" TargetMode="External"/><Relationship Id="rId27" Type="http://schemas.openxmlformats.org/officeDocument/2006/relationships/hyperlink" Target="https://www.eiconsortium.org/measures/msceit.html" TargetMode="External"/><Relationship Id="rId30" Type="http://schemas.openxmlformats.org/officeDocument/2006/relationships/hyperlink" Target="https://doi.org/10.1504/IJWOE.2016.081454" TargetMode="External"/><Relationship Id="rId35" Type="http://schemas.openxmlformats.org/officeDocument/2006/relationships/hyperlink" Target="https://doi.org/10.5688/aj700369" TargetMode="External"/><Relationship Id="rId43" Type="http://schemas.openxmlformats.org/officeDocument/2006/relationships/hyperlink" Target="https://articles.outlier.org/what-is-a-residual-in-stats" TargetMode="External"/><Relationship Id="rId48" Type="http://schemas.openxmlformats.org/officeDocument/2006/relationships/image" Target="../media/image5.png"/><Relationship Id="rId8" Type="http://schemas.openxmlformats.org/officeDocument/2006/relationships/hyperlink" Target="https://www.geeksforgeeks.org/cross-validation-in-r-programming/" TargetMode="External"/><Relationship Id="rId3" Type="http://schemas.openxmlformats.org/officeDocument/2006/relationships/image" Target="../media/image1.png"/><Relationship Id="rId12" Type="http://schemas.openxmlformats.org/officeDocument/2006/relationships/hyperlink" Target="https://search.library.wisc.edu/catalog/9910207152902121" TargetMode="External"/><Relationship Id="rId17" Type="http://schemas.openxmlformats.org/officeDocument/2006/relationships/hyperlink" Target="https://doi.org/10.1002/sim.1186" TargetMode="External"/><Relationship Id="rId25" Type="http://schemas.openxmlformats.org/officeDocument/2006/relationships/hyperlink" Target="https://rc2e.com/" TargetMode="External"/><Relationship Id="rId33" Type="http://schemas.openxmlformats.org/officeDocument/2006/relationships/hyperlink" Target="https://www.datacamp.com/tutorial/decision-trees-R" TargetMode="External"/><Relationship Id="rId38" Type="http://schemas.openxmlformats.org/officeDocument/2006/relationships/hyperlink" Target="https://pmc.ncbi.nlm.nih.gov/articles/PMC4650530/" TargetMode="External"/><Relationship Id="rId46" Type="http://schemas.openxmlformats.org/officeDocument/2006/relationships/image" Target="../media/image3.png"/><Relationship Id="rId20" Type="http://schemas.openxmlformats.org/officeDocument/2006/relationships/hyperlink" Target="https://stats.stackexchange.com/q/278800" TargetMode="External"/><Relationship Id="rId41" Type="http://schemas.openxmlformats.org/officeDocument/2006/relationships/hyperlink" Target="https://datatab.net/tutorial/linear-regression" TargetMode="External"/><Relationship Id="rId1" Type="http://schemas.openxmlformats.org/officeDocument/2006/relationships/slideLayout" Target="../slideLayouts/slideLayout7.xml"/><Relationship Id="rId6" Type="http://schemas.openxmlformats.org/officeDocument/2006/relationships/hyperlink" Target="https://towardsdatascience.com/decision-trees-explained-d7678c43a59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4662"/>
            <a:ext cx="32918400" cy="4038600"/>
          </a:xfrm>
          <a:prstGeom prst="rect">
            <a:avLst/>
          </a:prstGeom>
          <a:solidFill>
            <a:srgbClr val="F8F8F8"/>
          </a:solidFill>
          <a:ln>
            <a:noFill/>
          </a:ln>
        </p:spPr>
        <p:style>
          <a:lnRef idx="2">
            <a:schemeClr val="dk1"/>
          </a:lnRef>
          <a:fillRef idx="1">
            <a:schemeClr val="lt1"/>
          </a:fillRef>
          <a:effectRef idx="0">
            <a:schemeClr val="dk1"/>
          </a:effectRef>
          <a:fontRef idx="minor">
            <a:schemeClr val="dk1"/>
          </a:fontRef>
        </p:style>
        <p:txBody>
          <a:bodyPr rtlCol="0" anchor="ctr"/>
          <a:lstStyle/>
          <a:p>
            <a:pPr>
              <a:lnSpc>
                <a:spcPct val="150000"/>
              </a:lnSpc>
            </a:pPr>
            <a:r>
              <a:rPr lang="en-US" sz="6800">
                <a:latin typeface="Times New Roman" panose="02020603050405020304" pitchFamily="18" charset="0"/>
                <a:ea typeface="Tahoma" pitchFamily="34" charset="0"/>
                <a:cs typeface="Times New Roman" panose="02020603050405020304" pitchFamily="18" charset="0"/>
              </a:rPr>
              <a:t>Emotional Intelligence as A Measure of Potential Academic Success</a:t>
            </a:r>
          </a:p>
          <a:p>
            <a:pPr>
              <a:lnSpc>
                <a:spcPct val="150000"/>
              </a:lnSpc>
            </a:pPr>
            <a:r>
              <a:rPr lang="en-US" sz="4400">
                <a:latin typeface="Times New Roman" panose="02020603050405020304" pitchFamily="18" charset="0"/>
                <a:ea typeface="Tahoma" pitchFamily="34" charset="0"/>
                <a:cs typeface="Times New Roman" panose="02020603050405020304" pitchFamily="18" charset="0"/>
              </a:rPr>
              <a:t>Authors: Kubra Bani, Joash Kawal, Kabhilan </a:t>
            </a:r>
            <a:r>
              <a:rPr lang="en-US" sz="4400" b="0" i="0">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Shanmugasundaram</a:t>
            </a:r>
            <a:r>
              <a:rPr lang="en-US" sz="4400" b="0" i="0">
                <a:solidFill>
                  <a:srgbClr val="000000"/>
                </a:solidFill>
                <a:effectLst/>
                <a:latin typeface="Times New Roman" panose="02020603050405020304" pitchFamily="18" charset="0"/>
                <a:cs typeface="Times New Roman" panose="02020603050405020304" pitchFamily="18" charset="0"/>
              </a:rPr>
              <a:t> , and Angelina Zuger | Clark University | MSBA</a:t>
            </a:r>
            <a:endParaRPr lang="en-US" sz="4400">
              <a:latin typeface="Times New Roman" panose="02020603050405020304" pitchFamily="18" charset="0"/>
              <a:ea typeface="Tahoma" pitchFamily="34" charset="0"/>
              <a:cs typeface="Times New Roman" panose="02020603050405020304" pitchFamily="18" charset="0"/>
            </a:endParaRPr>
          </a:p>
          <a:p>
            <a:pPr>
              <a:lnSpc>
                <a:spcPct val="150000"/>
              </a:lnSpc>
            </a:pPr>
            <a:r>
              <a:rPr lang="en-US" sz="4400">
                <a:latin typeface="Times New Roman" panose="02020603050405020304" pitchFamily="18" charset="0"/>
                <a:ea typeface="Tahoma" pitchFamily="34" charset="0"/>
                <a:cs typeface="Times New Roman" panose="02020603050405020304" pitchFamily="18" charset="0"/>
              </a:rPr>
              <a:t>(Mentor: Professor Jin Fang)   </a:t>
            </a:r>
          </a:p>
        </p:txBody>
      </p:sp>
      <p:sp>
        <p:nvSpPr>
          <p:cNvPr id="5" name="Rectangle 4"/>
          <p:cNvSpPr/>
          <p:nvPr/>
        </p:nvSpPr>
        <p:spPr>
          <a:xfrm>
            <a:off x="457200" y="4504050"/>
            <a:ext cx="8478165" cy="233172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t"/>
          <a:lstStyle/>
          <a:p>
            <a:pPr algn="ctr">
              <a:lnSpc>
                <a:spcPct val="150000"/>
              </a:lnSpc>
            </a:pPr>
            <a:r>
              <a:rPr lang="en-US" sz="2800" b="1">
                <a:latin typeface="Arial" panose="020B0604020202020204" pitchFamily="34" charset="0"/>
                <a:ea typeface="Tahoma" pitchFamily="34" charset="0"/>
                <a:cs typeface="Arial" panose="020B0604020202020204" pitchFamily="34" charset="0"/>
              </a:rPr>
              <a:t>Introduction</a:t>
            </a:r>
          </a:p>
          <a:p>
            <a:pPr marL="0" marR="0">
              <a:lnSpc>
                <a:spcPct val="115000"/>
              </a:lnSpc>
              <a:spcAft>
                <a:spcPts val="800"/>
              </a:spcAft>
            </a:pPr>
            <a:r>
              <a:rPr lang="en-US" sz="2600" kern="100">
                <a:effectLst/>
                <a:latin typeface="Arial" panose="020B0604020202020204" pitchFamily="34" charset="0"/>
                <a:ea typeface="Aptos" panose="020B0004020202020204" pitchFamily="34" charset="0"/>
                <a:cs typeface="Arial" panose="020B0604020202020204" pitchFamily="34" charset="0"/>
              </a:rPr>
              <a:t>Academic performance is traditionally measured using standardized criteria such as test scores, IQ, grade point average (GPA), SATs, and GREs, which measure cognitive ability. Recent studies have shown that these measures are not accurate when evaluating academic performance (Haynes, 2023; </a:t>
            </a:r>
            <a:r>
              <a:rPr lang="en-US" sz="2600" kern="100" err="1">
                <a:effectLst/>
                <a:latin typeface="Arial" panose="020B0604020202020204" pitchFamily="34" charset="0"/>
                <a:ea typeface="Aptos" panose="020B0004020202020204" pitchFamily="34" charset="0"/>
                <a:cs typeface="Arial" panose="020B0604020202020204" pitchFamily="34" charset="0"/>
              </a:rPr>
              <a:t>MacCann</a:t>
            </a:r>
            <a:r>
              <a:rPr lang="en-US" sz="2600" kern="100">
                <a:effectLst/>
                <a:latin typeface="Arial" panose="020B0604020202020204" pitchFamily="34" charset="0"/>
                <a:ea typeface="Aptos" panose="020B0004020202020204" pitchFamily="34" charset="0"/>
                <a:cs typeface="Arial" panose="020B0604020202020204" pitchFamily="34" charset="0"/>
              </a:rPr>
              <a:t>, 2019). A 2008 study evaluating the SAT scores for 50,000 students found a correlation of 0.41, accounting for 16% of the variance reported in college GPAs (Haynes, 2023; Kobrin et al., 2008). Such scores provide a limited scope of a student’s aptitude, excluding a student’s socio-economic circumstances, inequalities in access to educational opportunities, or the behavioral/emotional aspects of the student’s personality (Haynes, 2023; </a:t>
            </a:r>
            <a:r>
              <a:rPr lang="en-US" sz="2600" kern="100" err="1">
                <a:effectLst/>
                <a:latin typeface="Arial" panose="020B0604020202020204" pitchFamily="34" charset="0"/>
                <a:ea typeface="Aptos" panose="020B0004020202020204" pitchFamily="34" charset="0"/>
                <a:cs typeface="Arial" panose="020B0604020202020204" pitchFamily="34" charset="0"/>
              </a:rPr>
              <a:t>Sepehrian</a:t>
            </a:r>
            <a:r>
              <a:rPr lang="en-US" sz="2600" kern="100">
                <a:effectLst/>
                <a:latin typeface="Arial" panose="020B0604020202020204" pitchFamily="34" charset="0"/>
                <a:ea typeface="Aptos" panose="020B0004020202020204" pitchFamily="34" charset="0"/>
                <a:cs typeface="Arial" panose="020B0604020202020204" pitchFamily="34" charset="0"/>
              </a:rPr>
              <a:t>, 2012). New research indicates that these socio-emotional attributes are important and can be assessed using Emotional Intelligence (EI) as far as the effects on long term academic achievement are concerned. </a:t>
            </a:r>
          </a:p>
          <a:p>
            <a:pPr marL="0" marR="0">
              <a:lnSpc>
                <a:spcPct val="115000"/>
              </a:lnSpc>
              <a:spcAft>
                <a:spcPts val="800"/>
              </a:spcAft>
            </a:pPr>
            <a:endParaRPr lang="en-US" sz="2600" kern="100">
              <a:effectLst/>
              <a:latin typeface="Arial" panose="020B0604020202020204" pitchFamily="34" charset="0"/>
              <a:ea typeface="Aptos" panose="020B0004020202020204" pitchFamily="34" charset="0"/>
              <a:cs typeface="Arial" panose="020B0604020202020204" pitchFamily="34" charset="0"/>
            </a:endParaRPr>
          </a:p>
          <a:p>
            <a:pPr marL="0" marR="0">
              <a:lnSpc>
                <a:spcPct val="115000"/>
              </a:lnSpc>
              <a:spcAft>
                <a:spcPts val="800"/>
              </a:spcAft>
            </a:pPr>
            <a:r>
              <a:rPr lang="en-US" sz="2600" kern="100">
                <a:effectLst/>
                <a:latin typeface="Arial" panose="020B0604020202020204" pitchFamily="34" charset="0"/>
                <a:ea typeface="Aptos" panose="020B0004020202020204" pitchFamily="34" charset="0"/>
                <a:cs typeface="Arial" panose="020B0604020202020204" pitchFamily="34" charset="0"/>
              </a:rPr>
              <a:t>GRE and GMAT tests traditionally evaluate general cognitive ability, including verbal, quantitative, and writing skills (Moneta-Koehler et.al., 2017). These exams are admission requirements for many graduate programs. The Education Testing Service (ETS), which creates and proctors the GRE examination, cautions against using the test as a valid predictor of academic success, as it overlooks other skills vital to succeeding in a rigorous academic program (Haynes, 2023; Moneta-Koehler et al., 2017). EI encompasses constructs such as perseverance, emotional resilience, and adaptability, which are essential to navigating the challenges of an academic environment (Haynes, 2023; Moneta-Koehler et al., 2017; Romanelli et al., 2006). The importance placed on standardized testing scores and GPA has been questioned in many studies and institutions, resulting in approximately 50% of science-based graduate programs dropping their GRE admissions requirement by 2020 (</a:t>
            </a:r>
            <a:r>
              <a:rPr lang="en-US" sz="2600" kern="100" err="1">
                <a:effectLst/>
                <a:latin typeface="Arial" panose="020B0604020202020204" pitchFamily="34" charset="0"/>
                <a:ea typeface="Aptos" panose="020B0004020202020204" pitchFamily="34" charset="0"/>
                <a:cs typeface="Arial" panose="020B0604020202020204" pitchFamily="34" charset="0"/>
              </a:rPr>
              <a:t>Langin</a:t>
            </a:r>
            <a:r>
              <a:rPr lang="en-US" sz="2600" kern="100">
                <a:effectLst/>
                <a:latin typeface="Arial" panose="020B0604020202020204" pitchFamily="34" charset="0"/>
                <a:ea typeface="Aptos" panose="020B0004020202020204" pitchFamily="34" charset="0"/>
                <a:cs typeface="Arial" panose="020B0604020202020204" pitchFamily="34" charset="0"/>
              </a:rPr>
              <a:t>, 2019). Considering this statistic, EI measurements could be a more accurate replacement for the GRE.  Based on this preliminary evidence, can emotional intelligence be an accurate metric for academic performance compared to standardized tests?  By asking this question, this study hopes to inform future graduate enrollment policies, paving the way for the use of more comprehensive measures of potential student success in higher education, rather than a focus on mere measures of cognitive ability.                     </a:t>
            </a:r>
          </a:p>
        </p:txBody>
      </p:sp>
      <p:sp>
        <p:nvSpPr>
          <p:cNvPr id="7" name="Rectangle 6"/>
          <p:cNvSpPr/>
          <p:nvPr/>
        </p:nvSpPr>
        <p:spPr>
          <a:xfrm>
            <a:off x="9143999" y="11406800"/>
            <a:ext cx="23241000" cy="12550394"/>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t"/>
          <a:lstStyle/>
          <a:p>
            <a:pPr algn="ctr">
              <a:lnSpc>
                <a:spcPct val="150000"/>
              </a:lnSpc>
            </a:pPr>
            <a:r>
              <a:rPr lang="en-US" sz="2800" b="1">
                <a:latin typeface="Arial" panose="020B0604020202020204" pitchFamily="34" charset="0"/>
                <a:ea typeface="Tahoma" pitchFamily="34" charset="0"/>
                <a:cs typeface="Arial" panose="020B0604020202020204" pitchFamily="34" charset="0"/>
              </a:rPr>
              <a:t>Results</a:t>
            </a:r>
          </a:p>
          <a:p>
            <a:pPr marL="0" marR="0">
              <a:lnSpc>
                <a:spcPct val="115000"/>
              </a:lnSpc>
              <a:spcAft>
                <a:spcPts val="800"/>
              </a:spcAft>
            </a:pPr>
            <a:r>
              <a:rPr lang="en-US" sz="2600" kern="100">
                <a:effectLst/>
                <a:latin typeface="Arial" panose="020B0604020202020204" pitchFamily="34" charset="0"/>
                <a:ea typeface="Aptos" panose="020B0004020202020204" pitchFamily="34" charset="0"/>
                <a:cs typeface="Arial" panose="020B0604020202020204" pitchFamily="34" charset="0"/>
              </a:rPr>
              <a:t>The focus of this study was to investigate whether EI can accurately predict academic outcomes for graduate students, compared to standardized tests. The dataset that was used included pre-calculated values for the correlation coefficients comparing EI to the academic measures of success (</a:t>
            </a:r>
            <a:r>
              <a:rPr lang="en-US" sz="2600" kern="100" err="1">
                <a:effectLst/>
                <a:latin typeface="Arial" panose="020B0604020202020204" pitchFamily="34" charset="0"/>
                <a:ea typeface="Aptos" panose="020B0004020202020204" pitchFamily="34" charset="0"/>
                <a:cs typeface="Arial" panose="020B0604020202020204" pitchFamily="34" charset="0"/>
              </a:rPr>
              <a:t>MacCann</a:t>
            </a:r>
            <a:r>
              <a:rPr lang="en-US" sz="2600" kern="100">
                <a:effectLst/>
                <a:latin typeface="Arial" panose="020B0604020202020204" pitchFamily="34" charset="0"/>
                <a:ea typeface="Aptos" panose="020B0004020202020204" pitchFamily="34" charset="0"/>
                <a:cs typeface="Arial" panose="020B0604020202020204" pitchFamily="34" charset="0"/>
              </a:rPr>
              <a:t>, 2020). These values were transformed into Pearson’s R Correlations in the form of an effect size, represented by the variable </a:t>
            </a:r>
            <a:r>
              <a:rPr lang="en-US" sz="2600" kern="100" err="1">
                <a:effectLst/>
                <a:latin typeface="Arial" panose="020B0604020202020204" pitchFamily="34" charset="0"/>
                <a:ea typeface="Aptos" panose="020B0004020202020204" pitchFamily="34" charset="0"/>
                <a:cs typeface="Arial" panose="020B0604020202020204" pitchFamily="34" charset="0"/>
              </a:rPr>
              <a:t>yi</a:t>
            </a:r>
            <a:r>
              <a:rPr lang="en-US" sz="2600" kern="100">
                <a:effectLst/>
                <a:latin typeface="Arial" panose="020B0604020202020204" pitchFamily="34" charset="0"/>
                <a:ea typeface="Aptos" panose="020B0004020202020204" pitchFamily="34" charset="0"/>
                <a:cs typeface="Arial" panose="020B0604020202020204" pitchFamily="34" charset="0"/>
              </a:rPr>
              <a:t> (</a:t>
            </a:r>
            <a:r>
              <a:rPr lang="en-US" sz="2600" kern="100" err="1">
                <a:effectLst/>
                <a:latin typeface="Arial" panose="020B0604020202020204" pitchFamily="34" charset="0"/>
                <a:ea typeface="Aptos" panose="020B0004020202020204" pitchFamily="34" charset="0"/>
                <a:cs typeface="Arial" panose="020B0604020202020204" pitchFamily="34" charset="0"/>
              </a:rPr>
              <a:t>MacCann</a:t>
            </a:r>
            <a:r>
              <a:rPr lang="en-US" sz="2600" kern="100">
                <a:effectLst/>
                <a:latin typeface="Arial" panose="020B0604020202020204" pitchFamily="34" charset="0"/>
                <a:ea typeface="Aptos" panose="020B0004020202020204" pitchFamily="34" charset="0"/>
                <a:cs typeface="Arial" panose="020B0604020202020204" pitchFamily="34" charset="0"/>
              </a:rPr>
              <a:t>, 2020, Using Effect Size, 2024).  To test the proposed hypothesis a regression analysis was performed.  </a:t>
            </a:r>
          </a:p>
          <a:p>
            <a:pPr marL="0" marR="0">
              <a:lnSpc>
                <a:spcPct val="115000"/>
              </a:lnSpc>
              <a:spcAft>
                <a:spcPts val="800"/>
              </a:spcAft>
            </a:pPr>
            <a:endParaRPr lang="en-US" sz="2600" kern="100">
              <a:effectLst/>
              <a:latin typeface="Arial" panose="020B0604020202020204" pitchFamily="34" charset="0"/>
              <a:ea typeface="Aptos" panose="020B0004020202020204" pitchFamily="34" charset="0"/>
              <a:cs typeface="Arial" panose="020B0604020202020204" pitchFamily="34" charset="0"/>
            </a:endParaRPr>
          </a:p>
          <a:p>
            <a:pPr marL="0" marR="0">
              <a:lnSpc>
                <a:spcPct val="115000"/>
              </a:lnSpc>
              <a:spcAft>
                <a:spcPts val="800"/>
              </a:spcAft>
            </a:pPr>
            <a:r>
              <a:rPr lang="en-US" sz="2600" kern="100">
                <a:effectLst/>
                <a:latin typeface="Arial" panose="020B0604020202020204" pitchFamily="34" charset="0"/>
                <a:ea typeface="Aptos" panose="020B0004020202020204" pitchFamily="34" charset="0"/>
                <a:cs typeface="Arial" panose="020B0604020202020204" pitchFamily="34" charset="0"/>
              </a:rPr>
              <a:t>For this study, the effect size (</a:t>
            </a:r>
            <a:r>
              <a:rPr lang="en-US" sz="2600" kern="100" err="1">
                <a:effectLst/>
                <a:latin typeface="Arial" panose="020B0604020202020204" pitchFamily="34" charset="0"/>
                <a:ea typeface="Aptos" panose="020B0004020202020204" pitchFamily="34" charset="0"/>
                <a:cs typeface="Arial" panose="020B0604020202020204" pitchFamily="34" charset="0"/>
              </a:rPr>
              <a:t>yi</a:t>
            </a:r>
            <a:r>
              <a:rPr lang="en-US" sz="2600" kern="100">
                <a:effectLst/>
                <a:latin typeface="Arial" panose="020B0604020202020204" pitchFamily="34" charset="0"/>
                <a:ea typeface="Aptos" panose="020B0004020202020204" pitchFamily="34" charset="0"/>
                <a:cs typeface="Arial" panose="020B0604020202020204" pitchFamily="34" charset="0"/>
              </a:rPr>
              <a:t>) was used as the dependent variable and compared to several independent variables including the following: vi (variance), n (population size), age, </a:t>
            </a:r>
            <a:r>
              <a:rPr lang="en-US" sz="2600" kern="100" err="1">
                <a:effectLst/>
                <a:latin typeface="Arial" panose="020B0604020202020204" pitchFamily="34" charset="0"/>
                <a:ea typeface="Aptos" panose="020B0004020202020204" pitchFamily="34" charset="0"/>
                <a:cs typeface="Arial" panose="020B0604020202020204" pitchFamily="34" charset="0"/>
              </a:rPr>
              <a:t>ei_measure</a:t>
            </a:r>
            <a:r>
              <a:rPr lang="en-US" sz="2600" kern="100">
                <a:effectLst/>
                <a:latin typeface="Arial" panose="020B0604020202020204" pitchFamily="34" charset="0"/>
                <a:ea typeface="Aptos" panose="020B0004020202020204" pitchFamily="34" charset="0"/>
                <a:cs typeface="Arial" panose="020B0604020202020204" pitchFamily="34" charset="0"/>
              </a:rPr>
              <a:t>, </a:t>
            </a:r>
            <a:r>
              <a:rPr lang="en-US" sz="2600" kern="100" err="1">
                <a:effectLst/>
                <a:latin typeface="Arial" panose="020B0604020202020204" pitchFamily="34" charset="0"/>
                <a:ea typeface="Aptos" panose="020B0004020202020204" pitchFamily="34" charset="0"/>
                <a:cs typeface="Arial" panose="020B0604020202020204" pitchFamily="34" charset="0"/>
              </a:rPr>
              <a:t>ei_construct</a:t>
            </a:r>
            <a:r>
              <a:rPr lang="en-US" sz="2600" kern="100">
                <a:effectLst/>
                <a:latin typeface="Arial" panose="020B0604020202020204" pitchFamily="34" charset="0"/>
                <a:ea typeface="Aptos" panose="020B0004020202020204" pitchFamily="34" charset="0"/>
                <a:cs typeface="Arial" panose="020B0604020202020204" pitchFamily="34" charset="0"/>
              </a:rPr>
              <a:t>, and </a:t>
            </a:r>
            <a:r>
              <a:rPr lang="en-US" sz="2600" kern="100" err="1">
                <a:effectLst/>
                <a:latin typeface="Arial" panose="020B0604020202020204" pitchFamily="34" charset="0"/>
                <a:ea typeface="Aptos" panose="020B0004020202020204" pitchFamily="34" charset="0"/>
                <a:cs typeface="Arial" panose="020B0604020202020204" pitchFamily="34" charset="0"/>
              </a:rPr>
              <a:t>ei_stream</a:t>
            </a:r>
            <a:r>
              <a:rPr lang="en-US" sz="2600" kern="100">
                <a:effectLst/>
                <a:latin typeface="Arial" panose="020B0604020202020204" pitchFamily="34" charset="0"/>
                <a:ea typeface="Aptos" panose="020B0004020202020204" pitchFamily="34" charset="0"/>
                <a:cs typeface="Arial" panose="020B0604020202020204" pitchFamily="34" charset="0"/>
              </a:rPr>
              <a:t>. Seven models were performed with one variable alone or in different combinations. Model 7, is representative of the results of our models and compares the dependent variable </a:t>
            </a:r>
            <a:r>
              <a:rPr lang="en-US" sz="2600" kern="100" err="1">
                <a:effectLst/>
                <a:latin typeface="Arial" panose="020B0604020202020204" pitchFamily="34" charset="0"/>
                <a:ea typeface="Aptos" panose="020B0004020202020204" pitchFamily="34" charset="0"/>
                <a:cs typeface="Arial" panose="020B0604020202020204" pitchFamily="34" charset="0"/>
              </a:rPr>
              <a:t>yi</a:t>
            </a:r>
            <a:r>
              <a:rPr lang="en-US" sz="2600" kern="100">
                <a:effectLst/>
                <a:latin typeface="Arial" panose="020B0604020202020204" pitchFamily="34" charset="0"/>
                <a:ea typeface="Aptos" panose="020B0004020202020204" pitchFamily="34" charset="0"/>
                <a:cs typeface="Arial" panose="020B0604020202020204" pitchFamily="34" charset="0"/>
              </a:rPr>
              <a:t> (effect size) to independent variables (vi: variance and n: population). The residuals have a fairly even distribution around zero but then create a funnel pattern towards the right of the plot (Figure 1). This pattern of the residuals are non-linear, and mostly normally distributed, with some deviation from a normally distributed pattern in the left tail (Figure 1). Clustering of the data points in this plot shows that some data points are influencing the outcome of the model more than others and warrant further investigation. The residuals have a range of -0.76164 to -0.12101 (Table 1). The coefficients were all significant and are as follows: intercept (0.2413), vi ( -6.776), and n ( -0.0001286) (Table 1). The F-statistics were large (F-statistic = 9.293), with a significant p-value however, the adjusted R-squared value was equal to 0.03834, only explaining ~3.8% of the variance in the model (Table 1). Despite large and significant F statistics present in several of the models, the adjusted R-squared values demonstrate little to no explanatory power. This suggests that further testing needs to be completed to better understand any confounding variables that could be influencing the data. </a:t>
            </a:r>
          </a:p>
          <a:p>
            <a:pPr marL="0" marR="0">
              <a:lnSpc>
                <a:spcPct val="115000"/>
              </a:lnSpc>
              <a:spcAft>
                <a:spcPts val="800"/>
              </a:spcAft>
            </a:pPr>
            <a:endParaRPr lang="en-US" sz="2600" kern="100">
              <a:effectLst/>
              <a:latin typeface="Arial" panose="020B0604020202020204" pitchFamily="34" charset="0"/>
              <a:ea typeface="Aptos" panose="020B0004020202020204" pitchFamily="34" charset="0"/>
              <a:cs typeface="Arial" panose="020B0604020202020204" pitchFamily="34" charset="0"/>
            </a:endParaRPr>
          </a:p>
          <a:p>
            <a:pPr marL="0" marR="0">
              <a:lnSpc>
                <a:spcPct val="115000"/>
              </a:lnSpc>
              <a:spcAft>
                <a:spcPts val="800"/>
              </a:spcAft>
            </a:pPr>
            <a:r>
              <a:rPr lang="en-US" sz="2600" kern="100">
                <a:effectLst/>
                <a:latin typeface="Arial" panose="020B0604020202020204" pitchFamily="34" charset="0"/>
                <a:ea typeface="Aptos" panose="020B0004020202020204" pitchFamily="34" charset="0"/>
                <a:cs typeface="Arial" panose="020B0604020202020204" pitchFamily="34" charset="0"/>
              </a:rPr>
              <a:t>To further investigate the relationship between the variables of interest, a drill down study weas performed using a Branched Decision Tree Model (Figure 2).  The summary for the branched Decision Tree is as follows. Variables </a:t>
            </a:r>
            <a:r>
              <a:rPr lang="en-US" sz="2600" kern="100" err="1">
                <a:effectLst/>
                <a:latin typeface="Arial" panose="020B0604020202020204" pitchFamily="34" charset="0"/>
                <a:ea typeface="Aptos" panose="020B0004020202020204" pitchFamily="34" charset="0"/>
                <a:cs typeface="Arial" panose="020B0604020202020204" pitchFamily="34" charset="0"/>
              </a:rPr>
              <a:t>ei_construct</a:t>
            </a:r>
            <a:r>
              <a:rPr lang="en-US" sz="2600" kern="100">
                <a:effectLst/>
                <a:latin typeface="Arial" panose="020B0604020202020204" pitchFamily="34" charset="0"/>
                <a:ea typeface="Aptos" panose="020B0004020202020204" pitchFamily="34" charset="0"/>
                <a:cs typeface="Arial" panose="020B0604020202020204" pitchFamily="34" charset="0"/>
              </a:rPr>
              <a:t> and </a:t>
            </a:r>
            <a:r>
              <a:rPr lang="en-US" sz="2600" kern="100" err="1">
                <a:effectLst/>
                <a:latin typeface="Arial" panose="020B0604020202020204" pitchFamily="34" charset="0"/>
                <a:ea typeface="Aptos" panose="020B0004020202020204" pitchFamily="34" charset="0"/>
                <a:cs typeface="Arial" panose="020B0604020202020204" pitchFamily="34" charset="0"/>
              </a:rPr>
              <a:t>achievement_type</a:t>
            </a:r>
            <a:r>
              <a:rPr lang="en-US" sz="2600" kern="100">
                <a:effectLst/>
                <a:latin typeface="Arial" panose="020B0604020202020204" pitchFamily="34" charset="0"/>
                <a:ea typeface="Aptos" panose="020B0004020202020204" pitchFamily="34" charset="0"/>
                <a:cs typeface="Arial" panose="020B0604020202020204" pitchFamily="34" charset="0"/>
              </a:rPr>
              <a:t> were excluded due to low representation. The optimal tree was selected with a complexity parameter = 0.01214359 (Table 2). The tree had an n = 417, as 136 observations were deleted due to </a:t>
            </a:r>
            <a:r>
              <a:rPr lang="en-US" sz="2600" kern="100" err="1">
                <a:effectLst/>
                <a:latin typeface="Arial" panose="020B0604020202020204" pitchFamily="34" charset="0"/>
                <a:ea typeface="Aptos" panose="020B0004020202020204" pitchFamily="34" charset="0"/>
                <a:cs typeface="Arial" panose="020B0604020202020204" pitchFamily="34" charset="0"/>
              </a:rPr>
              <a:t>NaN</a:t>
            </a:r>
            <a:r>
              <a:rPr lang="en-US" sz="2600" kern="100">
                <a:effectLst/>
                <a:latin typeface="Arial" panose="020B0604020202020204" pitchFamily="34" charset="0"/>
                <a:ea typeface="Aptos" panose="020B0004020202020204" pitchFamily="34" charset="0"/>
                <a:cs typeface="Arial" panose="020B0604020202020204" pitchFamily="34" charset="0"/>
              </a:rPr>
              <a:t> values (Table 2). The mean squared error (root node error) = 0.03823. The cross-validation error (</a:t>
            </a:r>
            <a:r>
              <a:rPr lang="en-US" sz="2600" kern="100" err="1">
                <a:effectLst/>
                <a:latin typeface="Arial" panose="020B0604020202020204" pitchFamily="34" charset="0"/>
                <a:ea typeface="Aptos" panose="020B0004020202020204" pitchFamily="34" charset="0"/>
                <a:cs typeface="Arial" panose="020B0604020202020204" pitchFamily="34" charset="0"/>
              </a:rPr>
              <a:t>xerror</a:t>
            </a:r>
            <a:r>
              <a:rPr lang="en-US" sz="2600" kern="100">
                <a:effectLst/>
                <a:latin typeface="Arial" panose="020B0604020202020204" pitchFamily="34" charset="0"/>
                <a:ea typeface="Aptos" panose="020B0004020202020204" pitchFamily="34" charset="0"/>
                <a:cs typeface="Arial" panose="020B0604020202020204" pitchFamily="34" charset="0"/>
              </a:rPr>
              <a:t>) = 0.6697 (Table 2). Variance (vi) was the top split, indicating that it is the most important variable (vi &gt;= 2.6089) (Table 2). The cross-validation error (</a:t>
            </a:r>
            <a:r>
              <a:rPr lang="en-US" sz="2600" kern="100" err="1">
                <a:effectLst/>
                <a:latin typeface="Arial" panose="020B0604020202020204" pitchFamily="34" charset="0"/>
                <a:ea typeface="Aptos" panose="020B0004020202020204" pitchFamily="34" charset="0"/>
                <a:cs typeface="Arial" panose="020B0604020202020204" pitchFamily="34" charset="0"/>
              </a:rPr>
              <a:t>xerror</a:t>
            </a:r>
            <a:r>
              <a:rPr lang="en-US" sz="2600" kern="100">
                <a:effectLst/>
                <a:latin typeface="Arial" panose="020B0604020202020204" pitchFamily="34" charset="0"/>
                <a:ea typeface="Aptos" panose="020B0004020202020204" pitchFamily="34" charset="0"/>
                <a:cs typeface="Arial" panose="020B0604020202020204" pitchFamily="34" charset="0"/>
              </a:rPr>
              <a:t>) = 0.6697 (Table 2). The optimal tree was constructed using a cross-validation model to decrease cross-validation error. In Table 3 the variables included in the model are ranked by importance, most important at the top to least important at the bottom (Table 3). Variance (vi) and population (n) were calculated as being the most important variables in the construction of the tree, with importance values of 5.73 and 4.36, respectively (Table X). </a:t>
            </a:r>
            <a:r>
              <a:rPr lang="en-US" sz="2600" i="1" kern="100">
                <a:effectLst/>
                <a:latin typeface="Arial" panose="020B0604020202020204" pitchFamily="34" charset="0"/>
                <a:ea typeface="Aptos" panose="020B0004020202020204" pitchFamily="34" charset="0"/>
                <a:cs typeface="Arial" panose="020B0604020202020204" pitchFamily="34" charset="0"/>
              </a:rPr>
              <a:t> </a:t>
            </a:r>
            <a:endParaRPr lang="en-US" sz="2600" kern="100">
              <a:effectLst/>
              <a:latin typeface="Arial" panose="020B0604020202020204" pitchFamily="34" charset="0"/>
              <a:ea typeface="Aptos" panose="020B0004020202020204" pitchFamily="34" charset="0"/>
              <a:cs typeface="Arial" panose="020B0604020202020204" pitchFamily="34" charset="0"/>
            </a:endParaRPr>
          </a:p>
          <a:p>
            <a:pPr algn="l" rtl="0" fontAlgn="base">
              <a:lnSpc>
                <a:spcPts val="2025"/>
              </a:lnSpc>
              <a:spcAft>
                <a:spcPts val="800"/>
              </a:spcAft>
            </a:pPr>
            <a:endParaRPr lang="en-US" sz="2600" b="1">
              <a:latin typeface="Arial" panose="020B0604020202020204" pitchFamily="34" charset="0"/>
              <a:ea typeface="Tahoma" pitchFamily="34" charset="0"/>
              <a:cs typeface="Arial" panose="020B0604020202020204" pitchFamily="34" charset="0"/>
            </a:endParaRPr>
          </a:p>
          <a:p>
            <a:pPr algn="ctr"/>
            <a:endParaRPr lang="en-US" sz="2600" b="1">
              <a:latin typeface="Arial" panose="020B0604020202020204" pitchFamily="34" charset="0"/>
              <a:ea typeface="Tahoma" pitchFamily="34" charset="0"/>
              <a:cs typeface="Arial" panose="020B0604020202020204" pitchFamily="34" charset="0"/>
            </a:endParaRPr>
          </a:p>
        </p:txBody>
      </p:sp>
      <p:sp>
        <p:nvSpPr>
          <p:cNvPr id="9" name="Rectangle 8"/>
          <p:cNvSpPr/>
          <p:nvPr/>
        </p:nvSpPr>
        <p:spPr>
          <a:xfrm>
            <a:off x="9011565" y="32222894"/>
            <a:ext cx="14333426" cy="11628402"/>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t"/>
          <a:lstStyle/>
          <a:p>
            <a:pPr algn="ctr">
              <a:lnSpc>
                <a:spcPct val="150000"/>
              </a:lnSpc>
            </a:pPr>
            <a:r>
              <a:rPr lang="en-US" sz="3400" b="1">
                <a:latin typeface="Tahoma" pitchFamily="34" charset="0"/>
                <a:ea typeface="Tahoma" pitchFamily="34" charset="0"/>
                <a:cs typeface="Tahoma" pitchFamily="34" charset="0"/>
              </a:rPr>
              <a:t>Conclusion</a:t>
            </a:r>
          </a:p>
          <a:p>
            <a:pPr marL="0" marR="0">
              <a:lnSpc>
                <a:spcPct val="115000"/>
              </a:lnSpc>
              <a:spcAft>
                <a:spcPts val="800"/>
              </a:spcAft>
            </a:pPr>
            <a:r>
              <a:rPr lang="en-US" sz="2600" b="1" i="1" kern="100">
                <a:effectLst/>
                <a:latin typeface="Arial" panose="020B0604020202020204" pitchFamily="34" charset="0"/>
                <a:ea typeface="Aptos" panose="020B0004020202020204" pitchFamily="34" charset="0"/>
                <a:cs typeface="Arial" panose="020B0604020202020204" pitchFamily="34" charset="0"/>
              </a:rPr>
              <a:t>Data Summary/ Key Findings</a:t>
            </a:r>
            <a:r>
              <a:rPr lang="en-US" sz="2600" kern="100">
                <a:effectLst/>
                <a:latin typeface="Arial" panose="020B0604020202020204" pitchFamily="34" charset="0"/>
                <a:ea typeface="Aptos" panose="020B0004020202020204" pitchFamily="34" charset="0"/>
                <a:cs typeface="Arial" panose="020B0604020202020204" pitchFamily="34" charset="0"/>
              </a:rPr>
              <a:t> </a:t>
            </a:r>
          </a:p>
          <a:p>
            <a:pPr marL="342900" marR="0" lvl="0" indent="-342900">
              <a:lnSpc>
                <a:spcPct val="115000"/>
              </a:lnSpc>
              <a:buFont typeface="Symbol" panose="05050102010706020507" pitchFamily="18" charset="2"/>
              <a:buChar char=""/>
              <a:tabLst>
                <a:tab pos="457200" algn="l"/>
              </a:tabLst>
            </a:pPr>
            <a:r>
              <a:rPr lang="en-GB" sz="2600" kern="100">
                <a:effectLst/>
                <a:latin typeface="Arial" panose="020B0604020202020204" pitchFamily="34" charset="0"/>
                <a:ea typeface="Aptos" panose="020B0004020202020204" pitchFamily="34" charset="0"/>
                <a:cs typeface="Arial" panose="020B0604020202020204" pitchFamily="34" charset="0"/>
              </a:rPr>
              <a:t>The results from the study did not provide us any sufficient statistical or practical evidence to confirm our hypothesis.</a:t>
            </a:r>
            <a:r>
              <a:rPr lang="en-US" sz="2600" kern="100">
                <a:effectLst/>
                <a:latin typeface="Arial" panose="020B0604020202020204" pitchFamily="34" charset="0"/>
                <a:ea typeface="Aptos" panose="020B0004020202020204" pitchFamily="34" charset="0"/>
                <a:cs typeface="Arial" panose="020B0604020202020204" pitchFamily="34" charset="0"/>
              </a:rPr>
              <a:t> </a:t>
            </a:r>
          </a:p>
          <a:p>
            <a:pPr marL="342900" marR="0" lvl="0" indent="-342900">
              <a:lnSpc>
                <a:spcPct val="115000"/>
              </a:lnSpc>
              <a:buFont typeface="Symbol" panose="05050102010706020507" pitchFamily="18" charset="2"/>
              <a:buChar char=""/>
              <a:tabLst>
                <a:tab pos="457200" algn="l"/>
              </a:tabLst>
            </a:pPr>
            <a:r>
              <a:rPr lang="en-US" sz="2600" kern="100">
                <a:effectLst/>
                <a:latin typeface="Arial" panose="020B0604020202020204" pitchFamily="34" charset="0"/>
                <a:ea typeface="Aptos" panose="020B0004020202020204" pitchFamily="34" charset="0"/>
                <a:cs typeface="Arial" panose="020B0604020202020204" pitchFamily="34" charset="0"/>
              </a:rPr>
              <a:t>The results of the multiple linear regression models demonstrate that none of our models fit well within the given dataset. </a:t>
            </a:r>
          </a:p>
          <a:p>
            <a:pPr marL="342900" marR="0" lvl="0" indent="-342900">
              <a:lnSpc>
                <a:spcPct val="115000"/>
              </a:lnSpc>
              <a:spcAft>
                <a:spcPts val="800"/>
              </a:spcAft>
              <a:buFont typeface="Symbol" panose="05050102010706020507" pitchFamily="18" charset="2"/>
              <a:buChar char=""/>
              <a:tabLst>
                <a:tab pos="457200" algn="l"/>
              </a:tabLst>
            </a:pPr>
            <a:r>
              <a:rPr lang="en-US" sz="2600" kern="100">
                <a:effectLst/>
                <a:latin typeface="Arial" panose="020B0604020202020204" pitchFamily="34" charset="0"/>
                <a:ea typeface="Aptos" panose="020B0004020202020204" pitchFamily="34" charset="0"/>
                <a:cs typeface="Arial" panose="020B0604020202020204" pitchFamily="34" charset="0"/>
              </a:rPr>
              <a:t>The drill down study, using a Branched Decision Tree, variance (vi) and population (n) were the most important variables in the construction of the tree, with importance values of 5.73 and 4.36, respectively. </a:t>
            </a:r>
            <a:r>
              <a:rPr lang="en-GB" sz="2600" kern="100">
                <a:effectLst/>
                <a:latin typeface="Arial" panose="020B0604020202020204" pitchFamily="34" charset="0"/>
                <a:ea typeface="Aptos" panose="020B0004020202020204" pitchFamily="34" charset="0"/>
                <a:cs typeface="Arial" panose="020B0604020202020204" pitchFamily="34" charset="0"/>
              </a:rPr>
              <a:t>This is contrary to the assumptions at the beginning of this study, that the EI-stream and </a:t>
            </a:r>
            <a:r>
              <a:rPr lang="en-GB" sz="2600" kern="100" err="1">
                <a:effectLst/>
                <a:latin typeface="Arial" panose="020B0604020202020204" pitchFamily="34" charset="0"/>
                <a:ea typeface="Aptos" panose="020B0004020202020204" pitchFamily="34" charset="0"/>
                <a:cs typeface="Arial" panose="020B0604020202020204" pitchFamily="34" charset="0"/>
              </a:rPr>
              <a:t>EI_measures</a:t>
            </a:r>
            <a:r>
              <a:rPr lang="en-GB" sz="2600" kern="100">
                <a:effectLst/>
                <a:latin typeface="Arial" panose="020B0604020202020204" pitchFamily="34" charset="0"/>
                <a:ea typeface="Aptos" panose="020B0004020202020204" pitchFamily="34" charset="0"/>
                <a:cs typeface="Arial" panose="020B0604020202020204" pitchFamily="34" charset="0"/>
              </a:rPr>
              <a:t> would be the most significant variables.  </a:t>
            </a:r>
            <a:endParaRPr lang="en-US" sz="2600" kern="100">
              <a:effectLst/>
              <a:latin typeface="Arial" panose="020B0604020202020204" pitchFamily="34" charset="0"/>
              <a:ea typeface="Aptos" panose="020B0004020202020204" pitchFamily="34" charset="0"/>
              <a:cs typeface="Arial" panose="020B0604020202020204" pitchFamily="34" charset="0"/>
            </a:endParaRPr>
          </a:p>
          <a:p>
            <a:pPr marL="0" marR="0">
              <a:lnSpc>
                <a:spcPct val="115000"/>
              </a:lnSpc>
              <a:spcAft>
                <a:spcPts val="800"/>
              </a:spcAft>
            </a:pPr>
            <a:r>
              <a:rPr lang="en-US" sz="2600" b="1" i="1" kern="100">
                <a:effectLst/>
                <a:latin typeface="Arial" panose="020B0604020202020204" pitchFamily="34" charset="0"/>
                <a:ea typeface="Aptos" panose="020B0004020202020204" pitchFamily="34" charset="0"/>
                <a:cs typeface="Arial" panose="020B0604020202020204" pitchFamily="34" charset="0"/>
              </a:rPr>
              <a:t>Limitations</a:t>
            </a:r>
            <a:r>
              <a:rPr lang="en-US" sz="2600" kern="100">
                <a:effectLst/>
                <a:latin typeface="Arial" panose="020B0604020202020204" pitchFamily="34" charset="0"/>
                <a:ea typeface="Aptos" panose="020B0004020202020204" pitchFamily="34" charset="0"/>
                <a:cs typeface="Arial" panose="020B0604020202020204" pitchFamily="34" charset="0"/>
              </a:rPr>
              <a:t> </a:t>
            </a:r>
          </a:p>
          <a:p>
            <a:pPr marL="342900" marR="0" lvl="0" indent="-342900">
              <a:lnSpc>
                <a:spcPct val="115000"/>
              </a:lnSpc>
              <a:buFont typeface="Symbol" panose="05050102010706020507" pitchFamily="18" charset="2"/>
              <a:buChar char=""/>
              <a:tabLst>
                <a:tab pos="457200" algn="l"/>
              </a:tabLst>
            </a:pPr>
            <a:r>
              <a:rPr lang="en-GB" sz="2600" kern="100">
                <a:effectLst/>
                <a:latin typeface="Arial" panose="020B0604020202020204" pitchFamily="34" charset="0"/>
                <a:ea typeface="Aptos" panose="020B0004020202020204" pitchFamily="34" charset="0"/>
                <a:cs typeface="Arial" panose="020B0604020202020204" pitchFamily="34" charset="0"/>
              </a:rPr>
              <a:t>Restricted flexibility in analysing relationships within the raw data, reducing potential insights into unexplored associations.</a:t>
            </a:r>
            <a:endParaRPr lang="en-US" sz="2600" kern="100">
              <a:effectLst/>
              <a:latin typeface="Arial" panose="020B0604020202020204" pitchFamily="34" charset="0"/>
              <a:ea typeface="Aptos" panose="020B0004020202020204" pitchFamily="34" charset="0"/>
              <a:cs typeface="Arial" panose="020B0604020202020204" pitchFamily="34" charset="0"/>
            </a:endParaRPr>
          </a:p>
          <a:p>
            <a:pPr marL="342900" marR="0" lvl="0" indent="-342900">
              <a:lnSpc>
                <a:spcPct val="115000"/>
              </a:lnSpc>
              <a:buFont typeface="Symbol" panose="05050102010706020507" pitchFamily="18" charset="2"/>
              <a:buChar char=""/>
              <a:tabLst>
                <a:tab pos="457200" algn="l"/>
              </a:tabLst>
            </a:pPr>
            <a:r>
              <a:rPr lang="en-GB" sz="2600" kern="100">
                <a:effectLst/>
                <a:latin typeface="Arial" panose="020B0604020202020204" pitchFamily="34" charset="0"/>
                <a:ea typeface="Aptos" panose="020B0004020202020204" pitchFamily="34" charset="0"/>
                <a:cs typeface="Arial" panose="020B0604020202020204" pitchFamily="34" charset="0"/>
              </a:rPr>
              <a:t>Varying p</a:t>
            </a:r>
            <a:r>
              <a:rPr lang="en-US" sz="2600" kern="100">
                <a:effectLst/>
                <a:latin typeface="Arial" panose="020B0604020202020204" pitchFamily="34" charset="0"/>
                <a:ea typeface="Aptos" panose="020B0004020202020204" pitchFamily="34" charset="0"/>
                <a:cs typeface="Arial" panose="020B0604020202020204" pitchFamily="34" charset="0"/>
              </a:rPr>
              <a:t>population sizes</a:t>
            </a:r>
            <a:r>
              <a:rPr lang="en-GB" sz="2600" kern="100">
                <a:effectLst/>
                <a:latin typeface="Arial" panose="020B0604020202020204" pitchFamily="34" charset="0"/>
                <a:ea typeface="Aptos" panose="020B0004020202020204" pitchFamily="34" charset="0"/>
                <a:cs typeface="Arial" panose="020B0604020202020204" pitchFamily="34" charset="0"/>
              </a:rPr>
              <a:t> within the dataset constrained statistical power, and contributed to the variance of the residuals, skewing the outcome of the calculated models.</a:t>
            </a:r>
            <a:r>
              <a:rPr lang="en-US" sz="2600" kern="100">
                <a:effectLst/>
                <a:latin typeface="Arial" panose="020B0604020202020204" pitchFamily="34" charset="0"/>
                <a:ea typeface="Aptos" panose="020B0004020202020204" pitchFamily="34" charset="0"/>
                <a:cs typeface="Arial" panose="020B0604020202020204" pitchFamily="34" charset="0"/>
              </a:rPr>
              <a:t>  </a:t>
            </a:r>
          </a:p>
          <a:p>
            <a:pPr marL="342900" marR="0" lvl="0" indent="-342900">
              <a:lnSpc>
                <a:spcPct val="115000"/>
              </a:lnSpc>
              <a:spcAft>
                <a:spcPts val="800"/>
              </a:spcAft>
              <a:buFont typeface="Symbol" panose="05050102010706020507" pitchFamily="18" charset="2"/>
              <a:buChar char=""/>
              <a:tabLst>
                <a:tab pos="457200" algn="l"/>
              </a:tabLst>
            </a:pPr>
            <a:r>
              <a:rPr lang="en-GB" sz="2600" kern="100">
                <a:effectLst/>
                <a:latin typeface="Arial" panose="020B0604020202020204" pitchFamily="34" charset="0"/>
                <a:ea typeface="Aptos" panose="020B0004020202020204" pitchFamily="34" charset="0"/>
                <a:cs typeface="Arial" panose="020B0604020202020204" pitchFamily="34" charset="0"/>
              </a:rPr>
              <a:t>High variance means that there is low heterogeneity in the data, making generalization difficult. </a:t>
            </a:r>
            <a:endParaRPr lang="en-US" sz="2600" kern="100">
              <a:effectLst/>
              <a:latin typeface="Arial" panose="020B0604020202020204" pitchFamily="34" charset="0"/>
              <a:ea typeface="Aptos" panose="020B0004020202020204" pitchFamily="34" charset="0"/>
              <a:cs typeface="Arial" panose="020B0604020202020204" pitchFamily="34" charset="0"/>
            </a:endParaRPr>
          </a:p>
          <a:p>
            <a:pPr marL="0" marR="0">
              <a:lnSpc>
                <a:spcPct val="115000"/>
              </a:lnSpc>
              <a:spcAft>
                <a:spcPts val="800"/>
              </a:spcAft>
            </a:pPr>
            <a:r>
              <a:rPr lang="en-GB" sz="2600" b="1" i="1" kern="100">
                <a:effectLst/>
                <a:latin typeface="Arial" panose="020B0604020202020204" pitchFamily="34" charset="0"/>
                <a:ea typeface="Aptos" panose="020B0004020202020204" pitchFamily="34" charset="0"/>
                <a:cs typeface="Arial" panose="020B0604020202020204" pitchFamily="34" charset="0"/>
              </a:rPr>
              <a:t> Business Recommendations/ Future Directions</a:t>
            </a:r>
            <a:r>
              <a:rPr lang="en-US" sz="2600" kern="100">
                <a:effectLst/>
                <a:latin typeface="Arial" panose="020B0604020202020204" pitchFamily="34" charset="0"/>
                <a:ea typeface="Aptos" panose="020B0004020202020204" pitchFamily="34" charset="0"/>
                <a:cs typeface="Arial" panose="020B0604020202020204" pitchFamily="34" charset="0"/>
              </a:rPr>
              <a:t> </a:t>
            </a:r>
          </a:p>
          <a:p>
            <a:pPr marL="342900" marR="0" lvl="0" indent="-342900">
              <a:lnSpc>
                <a:spcPct val="115000"/>
              </a:lnSpc>
              <a:spcAft>
                <a:spcPts val="800"/>
              </a:spcAft>
              <a:buFont typeface="+mj-lt"/>
              <a:buAutoNum type="arabicPeriod"/>
              <a:tabLst>
                <a:tab pos="457200" algn="l"/>
              </a:tabLst>
            </a:pPr>
            <a:r>
              <a:rPr lang="en-GB" sz="2600" b="1" i="1" kern="100">
                <a:effectLst/>
                <a:latin typeface="Arial" panose="020B0604020202020204" pitchFamily="34" charset="0"/>
                <a:ea typeface="Aptos" panose="020B0004020202020204" pitchFamily="34" charset="0"/>
                <a:cs typeface="Arial" panose="020B0604020202020204" pitchFamily="34" charset="0"/>
              </a:rPr>
              <a:t>Perform a longitudinal study</a:t>
            </a:r>
            <a:r>
              <a:rPr lang="en-GB" sz="2600" kern="100">
                <a:effectLst/>
                <a:latin typeface="Arial" panose="020B0604020202020204" pitchFamily="34" charset="0"/>
                <a:ea typeface="Aptos" panose="020B0004020202020204" pitchFamily="34" charset="0"/>
                <a:cs typeface="Arial" panose="020B0604020202020204" pitchFamily="34" charset="0"/>
              </a:rPr>
              <a:t>: A longitudinal design could be used to monitor changes in EI and academic success over time, which would have much stronger implications for causality.</a:t>
            </a:r>
            <a:r>
              <a:rPr lang="en-US" sz="2600" kern="100">
                <a:effectLst/>
                <a:latin typeface="Arial" panose="020B0604020202020204" pitchFamily="34" charset="0"/>
                <a:ea typeface="Aptos" panose="020B0004020202020204" pitchFamily="34" charset="0"/>
                <a:cs typeface="Arial" panose="020B0604020202020204" pitchFamily="34" charset="0"/>
              </a:rPr>
              <a:t>  </a:t>
            </a:r>
          </a:p>
          <a:p>
            <a:pPr marL="342900" marR="0" lvl="0" indent="-342900">
              <a:lnSpc>
                <a:spcPct val="115000"/>
              </a:lnSpc>
              <a:spcAft>
                <a:spcPts val="800"/>
              </a:spcAft>
              <a:buFont typeface="+mj-lt"/>
              <a:buAutoNum type="arabicPeriod"/>
              <a:tabLst>
                <a:tab pos="457200" algn="l"/>
              </a:tabLst>
            </a:pPr>
            <a:r>
              <a:rPr lang="en-GB" sz="2600" b="1" i="1" kern="100">
                <a:effectLst/>
                <a:latin typeface="Arial" panose="020B0604020202020204" pitchFamily="34" charset="0"/>
                <a:ea typeface="Aptos" panose="020B0004020202020204" pitchFamily="34" charset="0"/>
                <a:cs typeface="Arial" panose="020B0604020202020204" pitchFamily="34" charset="0"/>
              </a:rPr>
              <a:t>Future Directions:</a:t>
            </a:r>
            <a:r>
              <a:rPr lang="en-GB" sz="2600" kern="100">
                <a:effectLst/>
                <a:latin typeface="Arial" panose="020B0604020202020204" pitchFamily="34" charset="0"/>
                <a:ea typeface="Aptos" panose="020B0004020202020204" pitchFamily="34" charset="0"/>
                <a:cs typeface="Arial" panose="020B0604020202020204" pitchFamily="34" charset="0"/>
              </a:rPr>
              <a:t> Future applications and projects involving EI could investigate how high levels of EI further benefit human-AI collaboration using advanced machine learning models.</a:t>
            </a:r>
            <a:endParaRPr lang="en-US" sz="2600" kern="100">
              <a:effectLst/>
              <a:latin typeface="Arial" panose="020B0604020202020204" pitchFamily="34" charset="0"/>
              <a:ea typeface="Aptos" panose="020B0004020202020204" pitchFamily="34" charset="0"/>
              <a:cs typeface="Arial" panose="020B0604020202020204" pitchFamily="34" charset="0"/>
            </a:endParaRPr>
          </a:p>
          <a:p>
            <a:pPr>
              <a:lnSpc>
                <a:spcPct val="150000"/>
              </a:lnSpc>
            </a:pPr>
            <a:endParaRPr lang="en-US" sz="3400">
              <a:latin typeface="Tahoma" pitchFamily="34" charset="0"/>
              <a:ea typeface="Tahoma" pitchFamily="34" charset="0"/>
              <a:cs typeface="Tahoma" pitchFamily="34" charset="0"/>
            </a:endParaRPr>
          </a:p>
          <a:p>
            <a:pPr algn="ctr"/>
            <a:endParaRPr lang="en-US" sz="3400"/>
          </a:p>
        </p:txBody>
      </p:sp>
      <p:sp>
        <p:nvSpPr>
          <p:cNvPr id="10" name="Rectangle 9"/>
          <p:cNvSpPr/>
          <p:nvPr/>
        </p:nvSpPr>
        <p:spPr>
          <a:xfrm>
            <a:off x="533400" y="28041600"/>
            <a:ext cx="8478165" cy="158496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t"/>
          <a:lstStyle/>
          <a:p>
            <a:pPr algn="ctr">
              <a:lnSpc>
                <a:spcPct val="150000"/>
              </a:lnSpc>
            </a:pPr>
            <a:r>
              <a:rPr lang="en-US" sz="2800" b="1">
                <a:latin typeface="Arial" panose="020B0604020202020204" pitchFamily="34" charset="0"/>
                <a:ea typeface="Tahoma" pitchFamily="34" charset="0"/>
                <a:cs typeface="Arial" panose="020B0604020202020204" pitchFamily="34" charset="0"/>
              </a:rPr>
              <a:t>Methods</a:t>
            </a:r>
          </a:p>
          <a:p>
            <a:pPr algn="ctr">
              <a:lnSpc>
                <a:spcPct val="150000"/>
              </a:lnSpc>
            </a:pPr>
            <a:endParaRPr lang="en-US" sz="2400">
              <a:latin typeface="Arial" panose="020B0604020202020204" pitchFamily="34" charset="0"/>
              <a:ea typeface="Tahoma" pitchFamily="34" charset="0"/>
              <a:cs typeface="Arial" panose="020B0604020202020204" pitchFamily="34" charset="0"/>
            </a:endParaRPr>
          </a:p>
          <a:p>
            <a:pPr marL="0" marR="0">
              <a:lnSpc>
                <a:spcPct val="115000"/>
              </a:lnSpc>
              <a:spcAft>
                <a:spcPts val="800"/>
              </a:spcAft>
            </a:pPr>
            <a:r>
              <a:rPr lang="en-US" sz="2600" b="1" kern="100">
                <a:effectLst/>
                <a:latin typeface="Arial" panose="020B0604020202020204" pitchFamily="34" charset="0"/>
                <a:ea typeface="Aptos" panose="020B0004020202020204" pitchFamily="34" charset="0"/>
                <a:cs typeface="Arial" panose="020B0604020202020204" pitchFamily="34" charset="0"/>
              </a:rPr>
              <a:t>Type/Source/Content of the Data</a:t>
            </a:r>
            <a:r>
              <a:rPr lang="en-US" sz="2600" kern="100">
                <a:effectLst/>
                <a:latin typeface="Arial" panose="020B0604020202020204" pitchFamily="34" charset="0"/>
                <a:ea typeface="Aptos" panose="020B0004020202020204" pitchFamily="34" charset="0"/>
                <a:cs typeface="Arial" panose="020B0604020202020204" pitchFamily="34" charset="0"/>
              </a:rPr>
              <a:t> </a:t>
            </a:r>
          </a:p>
          <a:p>
            <a:pPr marL="342900" marR="0" lvl="0" indent="-342900">
              <a:lnSpc>
                <a:spcPct val="115000"/>
              </a:lnSpc>
              <a:spcAft>
                <a:spcPts val="800"/>
              </a:spcAft>
              <a:buFont typeface="Arial" panose="020B0604020202020204" pitchFamily="34" charset="0"/>
              <a:buChar char="•"/>
              <a:tabLst>
                <a:tab pos="457200" algn="l"/>
              </a:tabLst>
            </a:pPr>
            <a:r>
              <a:rPr lang="en-US" sz="2600" kern="100">
                <a:effectLst/>
                <a:latin typeface="Arial" panose="020B0604020202020204" pitchFamily="34" charset="0"/>
                <a:ea typeface="Aptos" panose="020B0004020202020204" pitchFamily="34" charset="0"/>
                <a:cs typeface="Arial" panose="020B0604020202020204" pitchFamily="34" charset="0"/>
              </a:rPr>
              <a:t>In 2019, </a:t>
            </a:r>
            <a:r>
              <a:rPr lang="en-US" sz="2600" kern="100" err="1">
                <a:effectLst/>
                <a:latin typeface="Arial" panose="020B0604020202020204" pitchFamily="34" charset="0"/>
                <a:ea typeface="Aptos" panose="020B0004020202020204" pitchFamily="34" charset="0"/>
                <a:cs typeface="Arial" panose="020B0604020202020204" pitchFamily="34" charset="0"/>
              </a:rPr>
              <a:t>MacCann</a:t>
            </a:r>
            <a:r>
              <a:rPr lang="en-US" sz="2600" kern="100">
                <a:effectLst/>
                <a:latin typeface="Arial" panose="020B0604020202020204" pitchFamily="34" charset="0"/>
                <a:ea typeface="Aptos" panose="020B0004020202020204" pitchFamily="34" charset="0"/>
                <a:cs typeface="Arial" panose="020B0604020202020204" pitchFamily="34" charset="0"/>
              </a:rPr>
              <a:t> et al. of the University of New South Wales wrote the first comprehensive meta-analysis addressing the correlation between EI and academic performance (</a:t>
            </a:r>
            <a:r>
              <a:rPr lang="en-US" sz="2600" kern="100" err="1">
                <a:effectLst/>
                <a:latin typeface="Arial" panose="020B0604020202020204" pitchFamily="34" charset="0"/>
                <a:ea typeface="Aptos" panose="020B0004020202020204" pitchFamily="34" charset="0"/>
                <a:cs typeface="Arial" panose="020B0604020202020204" pitchFamily="34" charset="0"/>
              </a:rPr>
              <a:t>MacCann</a:t>
            </a:r>
            <a:r>
              <a:rPr lang="en-US" sz="2600" kern="100">
                <a:effectLst/>
                <a:latin typeface="Arial" panose="020B0604020202020204" pitchFamily="34" charset="0"/>
                <a:ea typeface="Aptos" panose="020B0004020202020204" pitchFamily="34" charset="0"/>
                <a:cs typeface="Arial" panose="020B0604020202020204" pitchFamily="34" charset="0"/>
              </a:rPr>
              <a:t>, 2019). </a:t>
            </a:r>
          </a:p>
          <a:p>
            <a:pPr marL="0" marR="0">
              <a:lnSpc>
                <a:spcPct val="115000"/>
              </a:lnSpc>
              <a:spcAft>
                <a:spcPts val="800"/>
              </a:spcAft>
            </a:pPr>
            <a:r>
              <a:rPr lang="en-US" sz="2600" b="1" kern="100">
                <a:effectLst/>
                <a:latin typeface="Arial" panose="020B0604020202020204" pitchFamily="34" charset="0"/>
                <a:ea typeface="Aptos" panose="020B0004020202020204" pitchFamily="34" charset="0"/>
                <a:cs typeface="Arial" panose="020B0604020202020204" pitchFamily="34" charset="0"/>
              </a:rPr>
              <a:t>The original study included:  </a:t>
            </a:r>
            <a:endParaRPr lang="en-US" sz="2600" kern="100">
              <a:effectLst/>
              <a:latin typeface="Arial" panose="020B06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Font typeface="Arial" panose="020B0604020202020204" pitchFamily="34" charset="0"/>
              <a:buChar char="•"/>
              <a:tabLst>
                <a:tab pos="457200" algn="l"/>
              </a:tabLst>
            </a:pPr>
            <a:r>
              <a:rPr lang="en-US" sz="2600" kern="100">
                <a:effectLst/>
                <a:latin typeface="Arial" panose="020B0604020202020204" pitchFamily="34" charset="0"/>
                <a:ea typeface="Aptos" panose="020B0004020202020204" pitchFamily="34" charset="0"/>
                <a:cs typeface="Arial" panose="020B0604020202020204" pitchFamily="34" charset="0"/>
              </a:rPr>
              <a:t>Results from 1,276 studies. Published between 1997 and 2019.</a:t>
            </a:r>
            <a:r>
              <a:rPr lang="en-US" sz="2600" kern="100">
                <a:latin typeface="Arial" panose="020B0604020202020204" pitchFamily="34" charset="0"/>
                <a:ea typeface="Aptos" panose="020B0004020202020204" pitchFamily="34" charset="0"/>
                <a:cs typeface="Arial" panose="020B0604020202020204" pitchFamily="34" charset="0"/>
              </a:rPr>
              <a:t> </a:t>
            </a:r>
            <a:r>
              <a:rPr lang="en-US" sz="2600" kern="100">
                <a:effectLst/>
                <a:latin typeface="Arial" panose="020B0604020202020204" pitchFamily="34" charset="0"/>
                <a:ea typeface="Aptos" panose="020B0004020202020204" pitchFamily="34" charset="0"/>
                <a:cs typeface="Arial" panose="020B0604020202020204" pitchFamily="34" charset="0"/>
              </a:rPr>
              <a:t>Representing 27 different countries.</a:t>
            </a:r>
          </a:p>
          <a:p>
            <a:pPr marL="0" marR="0">
              <a:lnSpc>
                <a:spcPct val="115000"/>
              </a:lnSpc>
              <a:spcAft>
                <a:spcPts val="800"/>
              </a:spcAft>
            </a:pPr>
            <a:r>
              <a:rPr lang="en-US" sz="2600" b="1" kern="100">
                <a:effectLst/>
                <a:latin typeface="Arial" panose="020B0604020202020204" pitchFamily="34" charset="0"/>
                <a:ea typeface="Aptos" panose="020B0004020202020204" pitchFamily="34" charset="0"/>
                <a:cs typeface="Arial" panose="020B0604020202020204" pitchFamily="34" charset="0"/>
              </a:rPr>
              <a:t>Trimmed dataset includes: </a:t>
            </a:r>
            <a:endParaRPr lang="en-US" sz="2600" kern="100">
              <a:effectLst/>
              <a:latin typeface="Arial" panose="020B06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Font typeface="Arial" panose="020B0604020202020204" pitchFamily="34" charset="0"/>
              <a:buChar char="•"/>
              <a:tabLst>
                <a:tab pos="457200" algn="l"/>
              </a:tabLst>
            </a:pPr>
            <a:r>
              <a:rPr lang="en-US" sz="2600" kern="100">
                <a:effectLst/>
                <a:latin typeface="Arial" panose="020B0604020202020204" pitchFamily="34" charset="0"/>
                <a:ea typeface="Aptos" panose="020B0004020202020204" pitchFamily="34" charset="0"/>
                <a:cs typeface="Arial" panose="020B0604020202020204" pitchFamily="34" charset="0"/>
              </a:rPr>
              <a:t>553 graduate-level students. Collected between 2000 and 2019. </a:t>
            </a:r>
          </a:p>
          <a:p>
            <a:pPr marL="342900" marR="0" lvl="0" indent="-342900">
              <a:lnSpc>
                <a:spcPct val="115000"/>
              </a:lnSpc>
              <a:spcAft>
                <a:spcPts val="800"/>
              </a:spcAft>
              <a:buFont typeface="Arial" panose="020B0604020202020204" pitchFamily="34" charset="0"/>
              <a:buChar char="•"/>
              <a:tabLst>
                <a:tab pos="457200" algn="l"/>
              </a:tabLst>
            </a:pPr>
            <a:r>
              <a:rPr lang="en-US" sz="2600" kern="100">
                <a:effectLst/>
                <a:latin typeface="Arial" panose="020B0604020202020204" pitchFamily="34" charset="0"/>
                <a:ea typeface="Aptos" panose="020B0004020202020204" pitchFamily="34" charset="0"/>
                <a:cs typeface="Arial" panose="020B0604020202020204" pitchFamily="34" charset="0"/>
              </a:rPr>
              <a:t>Sources: journal articles (52.04%), dissertations (40.77%), unpublished data (6.95%), and other sources (0.24%). </a:t>
            </a:r>
          </a:p>
          <a:p>
            <a:pPr marL="342900" marR="0" lvl="0" indent="-342900">
              <a:lnSpc>
                <a:spcPct val="115000"/>
              </a:lnSpc>
              <a:spcAft>
                <a:spcPts val="800"/>
              </a:spcAft>
              <a:buFont typeface="Arial" panose="020B0604020202020204" pitchFamily="34" charset="0"/>
              <a:buChar char="•"/>
              <a:tabLst>
                <a:tab pos="457200" algn="l"/>
              </a:tabLst>
            </a:pPr>
            <a:r>
              <a:rPr lang="en-US" sz="2600" kern="100">
                <a:effectLst/>
                <a:latin typeface="Arial" panose="020B0604020202020204" pitchFamily="34" charset="0"/>
                <a:ea typeface="Aptos" panose="020B0004020202020204" pitchFamily="34" charset="0"/>
                <a:cs typeface="Arial" panose="020B0604020202020204" pitchFamily="34" charset="0"/>
              </a:rPr>
              <a:t>Two EI streams: ability EI (48.68%), measured by MSCEIT, which evaluates cognitive abilities related to emotion-based information and mixed EI (51.32%), measured by EQI, assessing emotional and social functioning in workplace-related outcomes. </a:t>
            </a:r>
          </a:p>
          <a:p>
            <a:pPr marL="342900" marR="0" lvl="0" indent="-342900">
              <a:lnSpc>
                <a:spcPct val="115000"/>
              </a:lnSpc>
              <a:spcAft>
                <a:spcPts val="800"/>
              </a:spcAft>
              <a:buFont typeface="Arial" panose="020B0604020202020204" pitchFamily="34" charset="0"/>
              <a:buChar char="•"/>
              <a:tabLst>
                <a:tab pos="457200" algn="l"/>
              </a:tabLst>
            </a:pPr>
            <a:r>
              <a:rPr lang="en-US" sz="2600" kern="100">
                <a:effectLst/>
                <a:latin typeface="Arial" panose="020B0604020202020204" pitchFamily="34" charset="0"/>
                <a:ea typeface="Aptos" panose="020B0004020202020204" pitchFamily="34" charset="0"/>
                <a:cs typeface="Arial" panose="020B0604020202020204" pitchFamily="34" charset="0"/>
              </a:rPr>
              <a:t>Cognitive success metrics (GPA: 83.21%, standardized tests: 16.79%).</a:t>
            </a:r>
          </a:p>
          <a:p>
            <a:pPr marL="0" marR="0">
              <a:lnSpc>
                <a:spcPct val="115000"/>
              </a:lnSpc>
              <a:spcAft>
                <a:spcPts val="800"/>
              </a:spcAft>
            </a:pPr>
            <a:r>
              <a:rPr lang="en-US" sz="2600" b="1" kern="100">
                <a:effectLst/>
                <a:latin typeface="Arial" panose="020B0604020202020204" pitchFamily="34" charset="0"/>
                <a:ea typeface="Aptos" panose="020B0004020202020204" pitchFamily="34" charset="0"/>
                <a:cs typeface="Arial" panose="020B0604020202020204" pitchFamily="34" charset="0"/>
              </a:rPr>
              <a:t>Modeling approaches:</a:t>
            </a:r>
            <a:endParaRPr lang="en-US" sz="2600" kern="100">
              <a:effectLst/>
              <a:latin typeface="Arial" panose="020B06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Font typeface="Arial" panose="020B0604020202020204" pitchFamily="34" charset="0"/>
              <a:buChar char="•"/>
              <a:tabLst>
                <a:tab pos="457200" algn="l"/>
              </a:tabLst>
            </a:pPr>
            <a:r>
              <a:rPr lang="en-US" sz="2600" kern="100">
                <a:effectLst/>
                <a:latin typeface="Arial" panose="020B0604020202020204" pitchFamily="34" charset="0"/>
                <a:ea typeface="Aptos" panose="020B0004020202020204" pitchFamily="34" charset="0"/>
                <a:cs typeface="Arial" panose="020B0604020202020204" pitchFamily="34" charset="0"/>
              </a:rPr>
              <a:t>Descriptive statistics.</a:t>
            </a:r>
            <a:r>
              <a:rPr lang="en-US" sz="2600" kern="100">
                <a:latin typeface="Arial" panose="020B0604020202020204" pitchFamily="34" charset="0"/>
                <a:ea typeface="Aptos" panose="020B0004020202020204" pitchFamily="34" charset="0"/>
                <a:cs typeface="Arial" panose="020B0604020202020204" pitchFamily="34" charset="0"/>
              </a:rPr>
              <a:t> </a:t>
            </a:r>
            <a:r>
              <a:rPr lang="en-US" sz="2600" kern="100">
                <a:effectLst/>
                <a:latin typeface="Arial" panose="020B0604020202020204" pitchFamily="34" charset="0"/>
                <a:ea typeface="Aptos" panose="020B0004020202020204" pitchFamily="34" charset="0"/>
                <a:cs typeface="Arial" panose="020B0604020202020204" pitchFamily="34" charset="0"/>
              </a:rPr>
              <a:t>Single linear regression.</a:t>
            </a:r>
            <a:r>
              <a:rPr lang="en-US" sz="2600" kern="100">
                <a:latin typeface="Arial" panose="020B0604020202020204" pitchFamily="34" charset="0"/>
                <a:ea typeface="Aptos" panose="020B0004020202020204" pitchFamily="34" charset="0"/>
                <a:cs typeface="Arial" panose="020B0604020202020204" pitchFamily="34" charset="0"/>
              </a:rPr>
              <a:t> </a:t>
            </a:r>
            <a:r>
              <a:rPr lang="en-US" sz="2600" kern="100">
                <a:effectLst/>
                <a:latin typeface="Arial" panose="020B0604020202020204" pitchFamily="34" charset="0"/>
                <a:ea typeface="Aptos" panose="020B0004020202020204" pitchFamily="34" charset="0"/>
                <a:cs typeface="Arial" panose="020B0604020202020204" pitchFamily="34" charset="0"/>
              </a:rPr>
              <a:t>Multiple linear regression.</a:t>
            </a:r>
          </a:p>
          <a:p>
            <a:pPr marL="0" marR="0">
              <a:lnSpc>
                <a:spcPct val="115000"/>
              </a:lnSpc>
              <a:spcAft>
                <a:spcPts val="800"/>
              </a:spcAft>
            </a:pPr>
            <a:r>
              <a:rPr lang="en-US" sz="2600" b="1" kern="100">
                <a:effectLst/>
                <a:latin typeface="Arial" panose="020B0604020202020204" pitchFamily="34" charset="0"/>
                <a:ea typeface="Aptos" panose="020B0004020202020204" pitchFamily="34" charset="0"/>
                <a:cs typeface="Arial" panose="020B0604020202020204" pitchFamily="34" charset="0"/>
              </a:rPr>
              <a:t>Machine Learning Approach: </a:t>
            </a:r>
            <a:endParaRPr lang="en-US" sz="2600" kern="100">
              <a:effectLst/>
              <a:latin typeface="Arial" panose="020B06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Font typeface="Arial" panose="020B0604020202020204" pitchFamily="34" charset="0"/>
              <a:buChar char="•"/>
              <a:tabLst>
                <a:tab pos="457200" algn="l"/>
              </a:tabLst>
            </a:pPr>
            <a:r>
              <a:rPr lang="en-US" sz="2600" kern="100">
                <a:effectLst/>
                <a:latin typeface="Arial" panose="020B0604020202020204" pitchFamily="34" charset="0"/>
                <a:ea typeface="Aptos" panose="020B0004020202020204" pitchFamily="34" charset="0"/>
                <a:cs typeface="Arial" panose="020B0604020202020204" pitchFamily="34" charset="0"/>
              </a:rPr>
              <a:t>Branched Decision Tree.</a:t>
            </a:r>
            <a:r>
              <a:rPr lang="en-US" sz="2600" kern="100">
                <a:latin typeface="Arial" panose="020B0604020202020204" pitchFamily="34" charset="0"/>
                <a:ea typeface="Aptos" panose="020B0004020202020204" pitchFamily="34" charset="0"/>
                <a:cs typeface="Arial" panose="020B0604020202020204" pitchFamily="34" charset="0"/>
              </a:rPr>
              <a:t> </a:t>
            </a:r>
            <a:r>
              <a:rPr lang="en-US" sz="2600" kern="100">
                <a:effectLst/>
                <a:latin typeface="Arial" panose="020B0604020202020204" pitchFamily="34" charset="0"/>
                <a:ea typeface="Aptos" panose="020B0004020202020204" pitchFamily="34" charset="0"/>
                <a:cs typeface="Arial" panose="020B0604020202020204" pitchFamily="34" charset="0"/>
              </a:rPr>
              <a:t>Cross-validation.</a:t>
            </a:r>
          </a:p>
          <a:p>
            <a:pPr marL="0" marR="0">
              <a:lnSpc>
                <a:spcPct val="115000"/>
              </a:lnSpc>
              <a:spcAft>
                <a:spcPts val="800"/>
              </a:spcAft>
            </a:pPr>
            <a:r>
              <a:rPr lang="en-US" sz="2600" b="1" kern="100">
                <a:effectLst/>
                <a:latin typeface="Arial" panose="020B0604020202020204" pitchFamily="34" charset="0"/>
                <a:ea typeface="Aptos" panose="020B0004020202020204" pitchFamily="34" charset="0"/>
                <a:cs typeface="Arial" panose="020B0604020202020204" pitchFamily="34" charset="0"/>
              </a:rPr>
              <a:t>Software: </a:t>
            </a:r>
            <a:endParaRPr lang="en-US" sz="2600" kern="100">
              <a:effectLst/>
              <a:latin typeface="Arial" panose="020B06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Font typeface="Arial" panose="020B0604020202020204" pitchFamily="34" charset="0"/>
              <a:buChar char="•"/>
              <a:tabLst>
                <a:tab pos="457200" algn="l"/>
              </a:tabLst>
            </a:pPr>
            <a:r>
              <a:rPr lang="en-US" sz="2600" kern="100">
                <a:effectLst/>
                <a:latin typeface="Arial" panose="020B0604020202020204" pitchFamily="34" charset="0"/>
                <a:ea typeface="Aptos" panose="020B0004020202020204" pitchFamily="34" charset="0"/>
                <a:cs typeface="Arial" panose="020B0604020202020204" pitchFamily="34" charset="0"/>
              </a:rPr>
              <a:t>R</a:t>
            </a:r>
            <a:r>
              <a:rPr lang="en-US" sz="2600" kern="100">
                <a:latin typeface="Arial" panose="020B0604020202020204" pitchFamily="34" charset="0"/>
                <a:ea typeface="Aptos" panose="020B0004020202020204" pitchFamily="34" charset="0"/>
                <a:cs typeface="Arial" panose="020B0604020202020204" pitchFamily="34" charset="0"/>
              </a:rPr>
              <a:t>. </a:t>
            </a:r>
            <a:r>
              <a:rPr lang="en-US" sz="2600" kern="100">
                <a:effectLst/>
                <a:latin typeface="Arial" panose="020B0604020202020204" pitchFamily="34" charset="0"/>
                <a:ea typeface="Aptos" panose="020B0004020202020204" pitchFamily="34" charset="0"/>
                <a:cs typeface="Arial" panose="020B0604020202020204" pitchFamily="34" charset="0"/>
              </a:rPr>
              <a:t>R Studio.</a:t>
            </a:r>
          </a:p>
        </p:txBody>
      </p:sp>
      <p:pic>
        <p:nvPicPr>
          <p:cNvPr id="2054"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9417800" y="101983"/>
            <a:ext cx="3578676" cy="5010150"/>
          </a:xfrm>
          <a:prstGeom prst="rect">
            <a:avLst/>
          </a:prstGeom>
          <a:noFill/>
        </p:spPr>
      </p:pic>
      <p:sp>
        <p:nvSpPr>
          <p:cNvPr id="6" name="Rectangle 5">
            <a:extLst>
              <a:ext uri="{FF2B5EF4-FFF2-40B4-BE49-F238E27FC236}">
                <a16:creationId xmlns:a16="http://schemas.microsoft.com/office/drawing/2014/main" id="{8842839F-D3C3-7145-5F2C-A2860F4287A0}"/>
              </a:ext>
            </a:extLst>
          </p:cNvPr>
          <p:cNvSpPr/>
          <p:nvPr/>
        </p:nvSpPr>
        <p:spPr>
          <a:xfrm>
            <a:off x="23485801" y="37871400"/>
            <a:ext cx="9133112" cy="561866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t"/>
          <a:lstStyle/>
          <a:p>
            <a:pPr algn="ctr"/>
            <a:r>
              <a:rPr lang="en-US" sz="2800" b="1">
                <a:solidFill>
                  <a:schemeClr val="tx1"/>
                </a:solidFill>
                <a:latin typeface="Times New Roman" panose="02020603050405020304" pitchFamily="18" charset="0"/>
                <a:ea typeface="Tahoma" pitchFamily="34" charset="0"/>
                <a:cs typeface="Times New Roman" panose="02020603050405020304" pitchFamily="18" charset="0"/>
              </a:rPr>
              <a:t>References</a:t>
            </a:r>
          </a:p>
          <a:p>
            <a:pPr algn="ctr"/>
            <a:endParaRPr lang="en-US" sz="800" b="1">
              <a:solidFill>
                <a:schemeClr val="tx1"/>
              </a:solidFill>
              <a:latin typeface="Arial" panose="020B0604020202020204" pitchFamily="34" charset="0"/>
              <a:ea typeface="Tahoma" pitchFamily="34" charset="0"/>
              <a:cs typeface="Arial" panose="020B0604020202020204" pitchFamily="34" charset="0"/>
            </a:endParaRPr>
          </a:p>
          <a:p>
            <a:pPr algn="l" rtl="0" fontAlgn="base"/>
            <a:r>
              <a:rPr lang="en-US" sz="600" b="0" i="1">
                <a:solidFill>
                  <a:schemeClr val="tx1"/>
                </a:solidFill>
                <a:effectLst/>
                <a:latin typeface="Arial" panose="020B0604020202020204" pitchFamily="34" charset="0"/>
                <a:cs typeface="Arial" panose="020B0604020202020204" pitchFamily="34" charset="0"/>
              </a:rPr>
              <a:t>A wave of graduate programs drops the GRE application requirement</a:t>
            </a:r>
            <a:r>
              <a:rPr lang="en-US" sz="600" b="0" i="0">
                <a:solidFill>
                  <a:schemeClr val="tx1"/>
                </a:solidFill>
                <a:effectLst/>
                <a:latin typeface="Arial" panose="020B0604020202020204" pitchFamily="34" charset="0"/>
                <a:cs typeface="Arial" panose="020B0604020202020204" pitchFamily="34" charset="0"/>
              </a:rPr>
              <a:t>. (n.d.). Retrieved October 22, 2024, from </a:t>
            </a:r>
            <a:r>
              <a:rPr lang="en-US" sz="600" b="0" i="0" u="sng" strike="noStrike">
                <a:solidFill>
                  <a:schemeClr val="tx1"/>
                </a:solidFill>
                <a:effectLst/>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https://www.science.org/content/article/wave-graduate-programs-drop-gre-application-requirement</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0">
                <a:solidFill>
                  <a:schemeClr val="tx1"/>
                </a:solidFill>
                <a:effectLst/>
                <a:latin typeface="Arial" panose="020B0604020202020204" pitchFamily="34" charset="0"/>
                <a:cs typeface="Arial" panose="020B0604020202020204" pitchFamily="34" charset="0"/>
              </a:rPr>
              <a:t>Allen, H. K., </a:t>
            </a:r>
            <a:r>
              <a:rPr lang="en-US" sz="600" b="0" i="0" err="1">
                <a:solidFill>
                  <a:schemeClr val="tx1"/>
                </a:solidFill>
                <a:effectLst/>
                <a:latin typeface="Arial" panose="020B0604020202020204" pitchFamily="34" charset="0"/>
                <a:cs typeface="Arial" panose="020B0604020202020204" pitchFamily="34" charset="0"/>
              </a:rPr>
              <a:t>Barrall</a:t>
            </a:r>
            <a:r>
              <a:rPr lang="en-US" sz="600" b="0" i="0">
                <a:solidFill>
                  <a:schemeClr val="tx1"/>
                </a:solidFill>
                <a:effectLst/>
                <a:latin typeface="Arial" panose="020B0604020202020204" pitchFamily="34" charset="0"/>
                <a:cs typeface="Arial" panose="020B0604020202020204" pitchFamily="34" charset="0"/>
              </a:rPr>
              <a:t>, A. L., Vincent, K. B., &amp; Arria, A. M. (2021). Stress and burnout among graduate students: Moderation by sleep duration and quality. </a:t>
            </a:r>
            <a:r>
              <a:rPr lang="en-US" sz="600" b="0" i="1">
                <a:solidFill>
                  <a:schemeClr val="tx1"/>
                </a:solidFill>
                <a:effectLst/>
                <a:latin typeface="Arial" panose="020B0604020202020204" pitchFamily="34" charset="0"/>
                <a:cs typeface="Arial" panose="020B0604020202020204" pitchFamily="34" charset="0"/>
              </a:rPr>
              <a:t>International Journal of Behavioral Medicine</a:t>
            </a:r>
            <a:r>
              <a:rPr lang="en-US" sz="600" b="0" i="0">
                <a:solidFill>
                  <a:schemeClr val="tx1"/>
                </a:solidFill>
                <a:effectLst/>
                <a:latin typeface="Arial" panose="020B0604020202020204" pitchFamily="34" charset="0"/>
                <a:cs typeface="Arial" panose="020B0604020202020204" pitchFamily="34" charset="0"/>
              </a:rPr>
              <a:t>, </a:t>
            </a:r>
            <a:r>
              <a:rPr lang="en-US" sz="600" b="0" i="1">
                <a:solidFill>
                  <a:schemeClr val="tx1"/>
                </a:solidFill>
                <a:effectLst/>
                <a:latin typeface="Arial" panose="020B0604020202020204" pitchFamily="34" charset="0"/>
                <a:cs typeface="Arial" panose="020B0604020202020204" pitchFamily="34" charset="0"/>
              </a:rPr>
              <a:t>28</a:t>
            </a:r>
            <a:r>
              <a:rPr lang="en-US" sz="600" b="0" i="0">
                <a:solidFill>
                  <a:schemeClr val="tx1"/>
                </a:solidFill>
                <a:effectLst/>
                <a:latin typeface="Arial" panose="020B0604020202020204" pitchFamily="34" charset="0"/>
                <a:cs typeface="Arial" panose="020B0604020202020204" pitchFamily="34" charset="0"/>
              </a:rPr>
              <a:t>(1), 21. </a:t>
            </a:r>
            <a:r>
              <a:rPr lang="en-US" sz="600" b="0" i="0" u="sng" strike="noStrike">
                <a:solidFill>
                  <a:schemeClr val="tx1"/>
                </a:solidFill>
                <a:effectLst/>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https://doi.org/10.1007/s12529-020-09867-8</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0">
                <a:solidFill>
                  <a:schemeClr val="tx1"/>
                </a:solidFill>
                <a:effectLst/>
                <a:latin typeface="Arial" panose="020B0604020202020204" pitchFamily="34" charset="0"/>
                <a:cs typeface="Arial" panose="020B0604020202020204" pitchFamily="34" charset="0"/>
              </a:rPr>
              <a:t>Almog, U. (2022, June 2). </a:t>
            </a:r>
            <a:r>
              <a:rPr lang="en-US" sz="600" b="0" i="1">
                <a:solidFill>
                  <a:schemeClr val="tx1"/>
                </a:solidFill>
                <a:effectLst/>
                <a:latin typeface="Arial" panose="020B0604020202020204" pitchFamily="34" charset="0"/>
                <a:cs typeface="Arial" panose="020B0604020202020204" pitchFamily="34" charset="0"/>
              </a:rPr>
              <a:t>Decision Trees, Explained</a:t>
            </a:r>
            <a:r>
              <a:rPr lang="en-US" sz="600" b="0" i="0">
                <a:solidFill>
                  <a:schemeClr val="tx1"/>
                </a:solidFill>
                <a:effectLst/>
                <a:latin typeface="Arial" panose="020B0604020202020204" pitchFamily="34" charset="0"/>
                <a:cs typeface="Arial" panose="020B0604020202020204" pitchFamily="34" charset="0"/>
              </a:rPr>
              <a:t>. Medium. </a:t>
            </a:r>
            <a:r>
              <a:rPr lang="en-US" sz="600" b="0" i="0" u="sng" strike="noStrike">
                <a:solidFill>
                  <a:schemeClr val="tx1"/>
                </a:solidFill>
                <a:effectLst/>
                <a:latin typeface="Arial" panose="020B0604020202020204" pitchFamily="34" charset="0"/>
                <a:cs typeface="Arial" panose="020B0604020202020204" pitchFamily="34" charset="0"/>
                <a:hlinkClick r:id="rId6">
                  <a:extLst>
                    <a:ext uri="{A12FA001-AC4F-418D-AE19-62706E023703}">
                      <ahyp:hlinkClr xmlns:ahyp="http://schemas.microsoft.com/office/drawing/2018/hyperlinkcolor" val="tx"/>
                    </a:ext>
                  </a:extLst>
                </a:hlinkClick>
              </a:rPr>
              <a:t>https://towardsdatascience.com/decision-trees-explained-d7678c43a59e</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0" err="1">
                <a:solidFill>
                  <a:schemeClr val="tx1"/>
                </a:solidFill>
                <a:effectLst/>
                <a:latin typeface="Arial" panose="020B0604020202020204" pitchFamily="34" charset="0"/>
                <a:cs typeface="Arial" panose="020B0604020202020204" pitchFamily="34" charset="0"/>
              </a:rPr>
              <a:t>Ashkanasy</a:t>
            </a:r>
            <a:r>
              <a:rPr lang="en-US" sz="600" b="0" i="0">
                <a:solidFill>
                  <a:schemeClr val="tx1"/>
                </a:solidFill>
                <a:effectLst/>
                <a:latin typeface="Arial" panose="020B0604020202020204" pitchFamily="34" charset="0"/>
                <a:cs typeface="Arial" panose="020B0604020202020204" pitchFamily="34" charset="0"/>
              </a:rPr>
              <a:t>, N. M., &amp; Daus, C. S. (2005). Rumors of the death of emotional intelligence in organizational behavior are vastly exaggerated. </a:t>
            </a:r>
            <a:r>
              <a:rPr lang="en-US" sz="600" b="0" i="1">
                <a:solidFill>
                  <a:schemeClr val="tx1"/>
                </a:solidFill>
                <a:effectLst/>
                <a:latin typeface="Arial" panose="020B0604020202020204" pitchFamily="34" charset="0"/>
                <a:cs typeface="Arial" panose="020B0604020202020204" pitchFamily="34" charset="0"/>
              </a:rPr>
              <a:t>Journal of Organizational Behavior</a:t>
            </a:r>
            <a:r>
              <a:rPr lang="en-US" sz="600" b="0" i="0">
                <a:solidFill>
                  <a:schemeClr val="tx1"/>
                </a:solidFill>
                <a:effectLst/>
                <a:latin typeface="Arial" panose="020B0604020202020204" pitchFamily="34" charset="0"/>
                <a:cs typeface="Arial" panose="020B0604020202020204" pitchFamily="34" charset="0"/>
              </a:rPr>
              <a:t>, </a:t>
            </a:r>
            <a:r>
              <a:rPr lang="en-US" sz="600" b="0" i="1">
                <a:solidFill>
                  <a:schemeClr val="tx1"/>
                </a:solidFill>
                <a:effectLst/>
                <a:latin typeface="Arial" panose="020B0604020202020204" pitchFamily="34" charset="0"/>
                <a:cs typeface="Arial" panose="020B0604020202020204" pitchFamily="34" charset="0"/>
              </a:rPr>
              <a:t>26</a:t>
            </a:r>
            <a:r>
              <a:rPr lang="en-US" sz="600" b="0" i="0">
                <a:solidFill>
                  <a:schemeClr val="tx1"/>
                </a:solidFill>
                <a:effectLst/>
                <a:latin typeface="Arial" panose="020B0604020202020204" pitchFamily="34" charset="0"/>
                <a:cs typeface="Arial" panose="020B0604020202020204" pitchFamily="34" charset="0"/>
              </a:rPr>
              <a:t>(4), 441–452. </a:t>
            </a:r>
            <a:r>
              <a:rPr lang="en-US" sz="600" b="0" i="0" u="sng" strike="noStrike">
                <a:solidFill>
                  <a:schemeClr val="tx1"/>
                </a:solidFill>
                <a:effectLst/>
                <a:latin typeface="Arial" panose="020B0604020202020204" pitchFamily="34" charset="0"/>
                <a:cs typeface="Arial" panose="020B0604020202020204" pitchFamily="34" charset="0"/>
                <a:hlinkClick r:id="rId7">
                  <a:extLst>
                    <a:ext uri="{A12FA001-AC4F-418D-AE19-62706E023703}">
                      <ahyp:hlinkClr xmlns:ahyp="http://schemas.microsoft.com/office/drawing/2018/hyperlinkcolor" val="tx"/>
                    </a:ext>
                  </a:extLst>
                </a:hlinkClick>
              </a:rPr>
              <a:t>https://doi.org/10.1002/job.320</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1">
                <a:solidFill>
                  <a:schemeClr val="tx1"/>
                </a:solidFill>
                <a:effectLst/>
                <a:latin typeface="Arial" panose="020B0604020202020204" pitchFamily="34" charset="0"/>
                <a:cs typeface="Arial" panose="020B0604020202020204" pitchFamily="34" charset="0"/>
              </a:rPr>
              <a:t>Cross-Validation in R programming</a:t>
            </a:r>
            <a:r>
              <a:rPr lang="en-US" sz="600" b="0" i="0">
                <a:solidFill>
                  <a:schemeClr val="tx1"/>
                </a:solidFill>
                <a:effectLst/>
                <a:latin typeface="Arial" panose="020B0604020202020204" pitchFamily="34" charset="0"/>
                <a:cs typeface="Arial" panose="020B0604020202020204" pitchFamily="34" charset="0"/>
              </a:rPr>
              <a:t>. (2020, August 1). </a:t>
            </a:r>
            <a:r>
              <a:rPr lang="en-US" sz="600" b="0" i="0" err="1">
                <a:solidFill>
                  <a:schemeClr val="tx1"/>
                </a:solidFill>
                <a:effectLst/>
                <a:latin typeface="Arial" panose="020B0604020202020204" pitchFamily="34" charset="0"/>
                <a:cs typeface="Arial" panose="020B0604020202020204" pitchFamily="34" charset="0"/>
              </a:rPr>
              <a:t>GeeksforGeeks</a:t>
            </a:r>
            <a:r>
              <a:rPr lang="en-US" sz="600" b="0" i="0">
                <a:solidFill>
                  <a:schemeClr val="tx1"/>
                </a:solidFill>
                <a:effectLst/>
                <a:latin typeface="Arial" panose="020B0604020202020204" pitchFamily="34" charset="0"/>
                <a:cs typeface="Arial" panose="020B0604020202020204" pitchFamily="34" charset="0"/>
              </a:rPr>
              <a:t>. </a:t>
            </a:r>
            <a:r>
              <a:rPr lang="en-US" sz="600" b="0" i="0" u="sng" strike="noStrike">
                <a:solidFill>
                  <a:schemeClr val="tx1"/>
                </a:solidFill>
                <a:effectLst/>
                <a:latin typeface="Arial" panose="020B0604020202020204" pitchFamily="34" charset="0"/>
                <a:cs typeface="Arial" panose="020B0604020202020204" pitchFamily="34" charset="0"/>
                <a:hlinkClick r:id="rId8">
                  <a:extLst>
                    <a:ext uri="{A12FA001-AC4F-418D-AE19-62706E023703}">
                      <ahyp:hlinkClr xmlns:ahyp="http://schemas.microsoft.com/office/drawing/2018/hyperlinkcolor" val="tx"/>
                    </a:ext>
                  </a:extLst>
                </a:hlinkClick>
              </a:rPr>
              <a:t>https://www.geeksforgeeks.org/cross-validation-in-r-programming/</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1">
                <a:solidFill>
                  <a:schemeClr val="tx1"/>
                </a:solidFill>
                <a:effectLst/>
                <a:latin typeface="Arial" panose="020B0604020202020204" pitchFamily="34" charset="0"/>
                <a:cs typeface="Arial" panose="020B0604020202020204" pitchFamily="34" charset="0"/>
              </a:rPr>
              <a:t>Decision Tree for Regression in R Programming</a:t>
            </a:r>
            <a:r>
              <a:rPr lang="en-US" sz="600" b="0" i="0">
                <a:solidFill>
                  <a:schemeClr val="tx1"/>
                </a:solidFill>
                <a:effectLst/>
                <a:latin typeface="Arial" panose="020B0604020202020204" pitchFamily="34" charset="0"/>
                <a:cs typeface="Arial" panose="020B0604020202020204" pitchFamily="34" charset="0"/>
              </a:rPr>
              <a:t>. (2020, July 26). </a:t>
            </a:r>
            <a:r>
              <a:rPr lang="en-US" sz="600" b="0" i="0" err="1">
                <a:solidFill>
                  <a:schemeClr val="tx1"/>
                </a:solidFill>
                <a:effectLst/>
                <a:latin typeface="Arial" panose="020B0604020202020204" pitchFamily="34" charset="0"/>
                <a:cs typeface="Arial" panose="020B0604020202020204" pitchFamily="34" charset="0"/>
              </a:rPr>
              <a:t>GeeksforGeeks</a:t>
            </a:r>
            <a:r>
              <a:rPr lang="en-US" sz="600" b="0" i="0">
                <a:solidFill>
                  <a:schemeClr val="tx1"/>
                </a:solidFill>
                <a:effectLst/>
                <a:latin typeface="Arial" panose="020B0604020202020204" pitchFamily="34" charset="0"/>
                <a:cs typeface="Arial" panose="020B0604020202020204" pitchFamily="34" charset="0"/>
              </a:rPr>
              <a:t>. </a:t>
            </a:r>
            <a:r>
              <a:rPr lang="en-US" sz="600" b="0" i="0" u="sng" strike="noStrike">
                <a:solidFill>
                  <a:schemeClr val="tx1"/>
                </a:solidFill>
                <a:effectLst/>
                <a:latin typeface="Arial" panose="020B0604020202020204" pitchFamily="34" charset="0"/>
                <a:cs typeface="Arial" panose="020B0604020202020204" pitchFamily="34" charset="0"/>
                <a:hlinkClick r:id="rId9">
                  <a:extLst>
                    <a:ext uri="{A12FA001-AC4F-418D-AE19-62706E023703}">
                      <ahyp:hlinkClr xmlns:ahyp="http://schemas.microsoft.com/office/drawing/2018/hyperlinkcolor" val="tx"/>
                    </a:ext>
                  </a:extLst>
                </a:hlinkClick>
              </a:rPr>
              <a:t>https://www.geeksforgeeks.org/decision-tree-for-regression-in-r-programming/</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1">
                <a:solidFill>
                  <a:schemeClr val="tx1"/>
                </a:solidFill>
                <a:effectLst/>
                <a:latin typeface="Arial" panose="020B0604020202020204" pitchFamily="34" charset="0"/>
                <a:cs typeface="Arial" panose="020B0604020202020204" pitchFamily="34" charset="0"/>
              </a:rPr>
              <a:t>Discovering Statistics Using IBM SPSS Statistics</a:t>
            </a:r>
            <a:r>
              <a:rPr lang="en-US" sz="600" b="0" i="0">
                <a:solidFill>
                  <a:schemeClr val="tx1"/>
                </a:solidFill>
                <a:effectLst/>
                <a:latin typeface="Arial" panose="020B0604020202020204" pitchFamily="34" charset="0"/>
                <a:cs typeface="Arial" panose="020B0604020202020204" pitchFamily="34" charset="0"/>
              </a:rPr>
              <a:t>. (n.d.). Retrieved October 22, 2024, from </a:t>
            </a:r>
            <a:r>
              <a:rPr lang="en-US" sz="600" b="0" i="0" u="sng" strike="noStrike">
                <a:solidFill>
                  <a:schemeClr val="tx1"/>
                </a:solidFill>
                <a:effectLst/>
                <a:latin typeface="Arial" panose="020B0604020202020204" pitchFamily="34" charset="0"/>
                <a:cs typeface="Arial" panose="020B0604020202020204" pitchFamily="34" charset="0"/>
                <a:hlinkClick r:id="rId10">
                  <a:extLst>
                    <a:ext uri="{A12FA001-AC4F-418D-AE19-62706E023703}">
                      <ahyp:hlinkClr xmlns:ahyp="http://schemas.microsoft.com/office/drawing/2018/hyperlinkcolor" val="tx"/>
                    </a:ext>
                  </a:extLst>
                </a:hlinkClick>
              </a:rPr>
              <a:t>https://collegepublishing.sagepub.com/products/discovering-statistics-using-ibm-spss-statistics-5-260423</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1">
                <a:solidFill>
                  <a:schemeClr val="tx1"/>
                </a:solidFill>
                <a:effectLst/>
                <a:latin typeface="Arial" panose="020B0604020202020204" pitchFamily="34" charset="0"/>
                <a:cs typeface="Arial" panose="020B0604020202020204" pitchFamily="34" charset="0"/>
              </a:rPr>
              <a:t>EQI</a:t>
            </a:r>
            <a:r>
              <a:rPr lang="en-US" sz="600" b="0" i="0">
                <a:solidFill>
                  <a:schemeClr val="tx1"/>
                </a:solidFill>
                <a:effectLst/>
                <a:latin typeface="Arial" panose="020B0604020202020204" pitchFamily="34" charset="0"/>
                <a:cs typeface="Arial" panose="020B0604020202020204" pitchFamily="34" charset="0"/>
              </a:rPr>
              <a:t>. (n.d.). Retrieved November 18, 2024, from </a:t>
            </a:r>
            <a:r>
              <a:rPr lang="en-US" sz="600" b="0" i="0" u="sng" strike="noStrike">
                <a:solidFill>
                  <a:schemeClr val="tx1"/>
                </a:solidFill>
                <a:effectLst/>
                <a:latin typeface="Arial" panose="020B0604020202020204" pitchFamily="34" charset="0"/>
                <a:cs typeface="Arial" panose="020B0604020202020204" pitchFamily="34" charset="0"/>
                <a:hlinkClick r:id="rId11">
                  <a:extLst>
                    <a:ext uri="{A12FA001-AC4F-418D-AE19-62706E023703}">
                      <ahyp:hlinkClr xmlns:ahyp="http://schemas.microsoft.com/office/drawing/2018/hyperlinkcolor" val="tx"/>
                    </a:ext>
                  </a:extLst>
                </a:hlinkClick>
              </a:rPr>
              <a:t>https://ap.themyersbriggs.com/overview/EQ-i-20-8</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0">
                <a:solidFill>
                  <a:schemeClr val="tx1"/>
                </a:solidFill>
                <a:effectLst/>
                <a:latin typeface="Arial" panose="020B0604020202020204" pitchFamily="34" charset="0"/>
                <a:cs typeface="Arial" panose="020B0604020202020204" pitchFamily="34" charset="0"/>
              </a:rPr>
              <a:t>Gareth James, D. W., Trevor Hastie, Robert </a:t>
            </a:r>
            <a:r>
              <a:rPr lang="en-US" sz="600" b="0" i="0" err="1">
                <a:solidFill>
                  <a:schemeClr val="tx1"/>
                </a:solidFill>
                <a:effectLst/>
                <a:latin typeface="Arial" panose="020B0604020202020204" pitchFamily="34" charset="0"/>
                <a:cs typeface="Arial" panose="020B0604020202020204" pitchFamily="34" charset="0"/>
              </a:rPr>
              <a:t>Tibshirani</a:t>
            </a:r>
            <a:r>
              <a:rPr lang="en-US" sz="600" b="0" i="0">
                <a:solidFill>
                  <a:schemeClr val="tx1"/>
                </a:solidFill>
                <a:effectLst/>
                <a:latin typeface="Arial" panose="020B0604020202020204" pitchFamily="34" charset="0"/>
                <a:cs typeface="Arial" panose="020B0604020202020204" pitchFamily="34" charset="0"/>
              </a:rPr>
              <a:t>. (2013). </a:t>
            </a:r>
            <a:r>
              <a:rPr lang="en-US" sz="600" b="0" i="1">
                <a:solidFill>
                  <a:schemeClr val="tx1"/>
                </a:solidFill>
                <a:effectLst/>
                <a:latin typeface="Arial" panose="020B0604020202020204" pitchFamily="34" charset="0"/>
                <a:cs typeface="Arial" panose="020B0604020202020204" pitchFamily="34" charset="0"/>
              </a:rPr>
              <a:t>An introduction to statistical learning: With applications in R</a:t>
            </a:r>
            <a:r>
              <a:rPr lang="en-US" sz="600" b="0" i="0">
                <a:solidFill>
                  <a:schemeClr val="tx1"/>
                </a:solidFill>
                <a:effectLst/>
                <a:latin typeface="Arial" panose="020B0604020202020204" pitchFamily="34" charset="0"/>
                <a:cs typeface="Arial" panose="020B0604020202020204" pitchFamily="34" charset="0"/>
              </a:rPr>
              <a:t>. New York : Springer, [2013] ©2013. </a:t>
            </a:r>
            <a:r>
              <a:rPr lang="en-US" sz="600" b="0" i="0" u="sng" strike="noStrike">
                <a:solidFill>
                  <a:schemeClr val="tx1"/>
                </a:solidFill>
                <a:effectLst/>
                <a:latin typeface="Arial" panose="020B0604020202020204" pitchFamily="34" charset="0"/>
                <a:cs typeface="Arial" panose="020B0604020202020204" pitchFamily="34" charset="0"/>
                <a:hlinkClick r:id="rId12">
                  <a:extLst>
                    <a:ext uri="{A12FA001-AC4F-418D-AE19-62706E023703}">
                      <ahyp:hlinkClr xmlns:ahyp="http://schemas.microsoft.com/office/drawing/2018/hyperlinkcolor" val="tx"/>
                    </a:ext>
                  </a:extLst>
                </a:hlinkClick>
              </a:rPr>
              <a:t>https://search.library.wisc.edu/catalog/9910207152902121</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0">
                <a:solidFill>
                  <a:schemeClr val="tx1"/>
                </a:solidFill>
                <a:effectLst/>
                <a:latin typeface="Arial" panose="020B0604020202020204" pitchFamily="34" charset="0"/>
                <a:cs typeface="Arial" panose="020B0604020202020204" pitchFamily="34" charset="0"/>
              </a:rPr>
              <a:t>Gelman, A., &amp; Hill, J. (2006, December 17). </a:t>
            </a:r>
            <a:r>
              <a:rPr lang="en-US" sz="600" b="0" i="1">
                <a:solidFill>
                  <a:schemeClr val="tx1"/>
                </a:solidFill>
                <a:effectLst/>
                <a:latin typeface="Arial" panose="020B0604020202020204" pitchFamily="34" charset="0"/>
                <a:cs typeface="Arial" panose="020B0604020202020204" pitchFamily="34" charset="0"/>
              </a:rPr>
              <a:t>Data Analysis Using Regression and Multilevel/Hierarchical Models</a:t>
            </a:r>
            <a:r>
              <a:rPr lang="en-US" sz="600" b="0" i="0">
                <a:solidFill>
                  <a:schemeClr val="tx1"/>
                </a:solidFill>
                <a:effectLst/>
                <a:latin typeface="Arial" panose="020B0604020202020204" pitchFamily="34" charset="0"/>
                <a:cs typeface="Arial" panose="020B0604020202020204" pitchFamily="34" charset="0"/>
              </a:rPr>
              <a:t>. Higher Education from Cambridge University Press; Cambridge University Press. </a:t>
            </a:r>
            <a:r>
              <a:rPr lang="en-US" sz="600" b="0" i="0" u="sng" strike="noStrike">
                <a:solidFill>
                  <a:schemeClr val="tx1"/>
                </a:solidFill>
                <a:effectLst/>
                <a:latin typeface="Arial" panose="020B0604020202020204" pitchFamily="34" charset="0"/>
                <a:cs typeface="Arial" panose="020B0604020202020204" pitchFamily="34" charset="0"/>
                <a:hlinkClick r:id="rId13">
                  <a:extLst>
                    <a:ext uri="{A12FA001-AC4F-418D-AE19-62706E023703}">
                      <ahyp:hlinkClr xmlns:ahyp="http://schemas.microsoft.com/office/drawing/2018/hyperlinkcolor" val="tx"/>
                    </a:ext>
                  </a:extLst>
                </a:hlinkClick>
              </a:rPr>
              <a:t>https://doi.org/10.1017/CBO9780511790942</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1">
                <a:solidFill>
                  <a:schemeClr val="tx1"/>
                </a:solidFill>
                <a:effectLst/>
                <a:latin typeface="Arial" panose="020B0604020202020204" pitchFamily="34" charset="0"/>
                <a:cs typeface="Arial" panose="020B0604020202020204" pitchFamily="34" charset="0"/>
              </a:rPr>
              <a:t>Graduation and Retention Rates—What is the full-time retention rate in postsecondary institutions?</a:t>
            </a:r>
            <a:r>
              <a:rPr lang="en-US" sz="600" b="0" i="0">
                <a:solidFill>
                  <a:schemeClr val="tx1"/>
                </a:solidFill>
                <a:effectLst/>
                <a:latin typeface="Arial" panose="020B0604020202020204" pitchFamily="34" charset="0"/>
                <a:cs typeface="Arial" panose="020B0604020202020204" pitchFamily="34" charset="0"/>
              </a:rPr>
              <a:t> (n.d.). Retrieved October 22, 2024, from </a:t>
            </a:r>
            <a:r>
              <a:rPr lang="en-US" sz="600" b="0" i="0" u="sng" strike="noStrike">
                <a:solidFill>
                  <a:schemeClr val="tx1"/>
                </a:solidFill>
                <a:effectLst/>
                <a:latin typeface="Arial" panose="020B0604020202020204" pitchFamily="34" charset="0"/>
                <a:cs typeface="Arial" panose="020B0604020202020204" pitchFamily="34" charset="0"/>
                <a:hlinkClick r:id="rId14">
                  <a:extLst>
                    <a:ext uri="{A12FA001-AC4F-418D-AE19-62706E023703}">
                      <ahyp:hlinkClr xmlns:ahyp="http://schemas.microsoft.com/office/drawing/2018/hyperlinkcolor" val="tx"/>
                    </a:ext>
                  </a:extLst>
                </a:hlinkClick>
              </a:rPr>
              <a:t>https://nces.ed.gov/ipeds/TrendGenerator/app/answer/7/32</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0">
                <a:solidFill>
                  <a:schemeClr val="tx1"/>
                </a:solidFill>
                <a:effectLst/>
                <a:latin typeface="Arial" panose="020B0604020202020204" pitchFamily="34" charset="0"/>
                <a:cs typeface="Arial" panose="020B0604020202020204" pitchFamily="34" charset="0"/>
              </a:rPr>
              <a:t>Greenwell, B., M. (2017). </a:t>
            </a:r>
            <a:r>
              <a:rPr lang="en-US" sz="600" b="0" i="0" err="1">
                <a:solidFill>
                  <a:schemeClr val="tx1"/>
                </a:solidFill>
                <a:effectLst/>
                <a:latin typeface="Arial" panose="020B0604020202020204" pitchFamily="34" charset="0"/>
                <a:cs typeface="Arial" panose="020B0604020202020204" pitchFamily="34" charset="0"/>
              </a:rPr>
              <a:t>pdp</a:t>
            </a:r>
            <a:r>
              <a:rPr lang="en-US" sz="600" b="0" i="0">
                <a:solidFill>
                  <a:schemeClr val="tx1"/>
                </a:solidFill>
                <a:effectLst/>
                <a:latin typeface="Arial" panose="020B0604020202020204" pitchFamily="34" charset="0"/>
                <a:cs typeface="Arial" panose="020B0604020202020204" pitchFamily="34" charset="0"/>
              </a:rPr>
              <a:t>: An R Package for Constructing Partial Dependence Plots. </a:t>
            </a:r>
            <a:r>
              <a:rPr lang="en-US" sz="600" b="0" i="1">
                <a:solidFill>
                  <a:schemeClr val="tx1"/>
                </a:solidFill>
                <a:effectLst/>
                <a:latin typeface="Arial" panose="020B0604020202020204" pitchFamily="34" charset="0"/>
                <a:cs typeface="Arial" panose="020B0604020202020204" pitchFamily="34" charset="0"/>
              </a:rPr>
              <a:t>The R Journal</a:t>
            </a:r>
            <a:r>
              <a:rPr lang="en-US" sz="600" b="0" i="0">
                <a:solidFill>
                  <a:schemeClr val="tx1"/>
                </a:solidFill>
                <a:effectLst/>
                <a:latin typeface="Arial" panose="020B0604020202020204" pitchFamily="34" charset="0"/>
                <a:cs typeface="Arial" panose="020B0604020202020204" pitchFamily="34" charset="0"/>
              </a:rPr>
              <a:t>, </a:t>
            </a:r>
            <a:r>
              <a:rPr lang="en-US" sz="600" b="0" i="1">
                <a:solidFill>
                  <a:schemeClr val="tx1"/>
                </a:solidFill>
                <a:effectLst/>
                <a:latin typeface="Arial" panose="020B0604020202020204" pitchFamily="34" charset="0"/>
                <a:cs typeface="Arial" panose="020B0604020202020204" pitchFamily="34" charset="0"/>
              </a:rPr>
              <a:t>9</a:t>
            </a:r>
            <a:r>
              <a:rPr lang="en-US" sz="600" b="0" i="0">
                <a:solidFill>
                  <a:schemeClr val="tx1"/>
                </a:solidFill>
                <a:effectLst/>
                <a:latin typeface="Arial" panose="020B0604020202020204" pitchFamily="34" charset="0"/>
                <a:cs typeface="Arial" panose="020B0604020202020204" pitchFamily="34" charset="0"/>
              </a:rPr>
              <a:t>(1), 421. </a:t>
            </a:r>
            <a:r>
              <a:rPr lang="en-US" sz="600" b="0" i="0" u="sng" strike="noStrike">
                <a:solidFill>
                  <a:schemeClr val="tx1"/>
                </a:solidFill>
                <a:effectLst/>
                <a:latin typeface="Arial" panose="020B0604020202020204" pitchFamily="34" charset="0"/>
                <a:cs typeface="Arial" panose="020B0604020202020204" pitchFamily="34" charset="0"/>
                <a:hlinkClick r:id="rId15">
                  <a:extLst>
                    <a:ext uri="{A12FA001-AC4F-418D-AE19-62706E023703}">
                      <ahyp:hlinkClr xmlns:ahyp="http://schemas.microsoft.com/office/drawing/2018/hyperlinkcolor" val="tx"/>
                    </a:ext>
                  </a:extLst>
                </a:hlinkClick>
              </a:rPr>
              <a:t>https://doi.org/10.32614/RJ-2017-016</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0" err="1">
                <a:solidFill>
                  <a:schemeClr val="tx1"/>
                </a:solidFill>
                <a:effectLst/>
                <a:latin typeface="Arial" panose="020B0604020202020204" pitchFamily="34" charset="0"/>
                <a:cs typeface="Arial" panose="020B0604020202020204" pitchFamily="34" charset="0"/>
              </a:rPr>
              <a:t>Grolemund</a:t>
            </a:r>
            <a:r>
              <a:rPr lang="en-US" sz="600" b="0" i="0">
                <a:solidFill>
                  <a:schemeClr val="tx1"/>
                </a:solidFill>
                <a:effectLst/>
                <a:latin typeface="Arial" panose="020B0604020202020204" pitchFamily="34" charset="0"/>
                <a:cs typeface="Arial" panose="020B0604020202020204" pitchFamily="34" charset="0"/>
              </a:rPr>
              <a:t>, H. W. and G. (n.d.). </a:t>
            </a:r>
            <a:r>
              <a:rPr lang="en-US" sz="600" b="0" i="1">
                <a:solidFill>
                  <a:schemeClr val="tx1"/>
                </a:solidFill>
                <a:effectLst/>
                <a:latin typeface="Arial" panose="020B0604020202020204" pitchFamily="34" charset="0"/>
                <a:cs typeface="Arial" panose="020B0604020202020204" pitchFamily="34" charset="0"/>
              </a:rPr>
              <a:t>Welcome | R for Data Science</a:t>
            </a:r>
            <a:r>
              <a:rPr lang="en-US" sz="600" b="0" i="0">
                <a:solidFill>
                  <a:schemeClr val="tx1"/>
                </a:solidFill>
                <a:effectLst/>
                <a:latin typeface="Arial" panose="020B0604020202020204" pitchFamily="34" charset="0"/>
                <a:cs typeface="Arial" panose="020B0604020202020204" pitchFamily="34" charset="0"/>
              </a:rPr>
              <a:t>. Retrieved December 10, 2024, from </a:t>
            </a:r>
            <a:r>
              <a:rPr lang="en-US" sz="600" b="0" i="0" u="sng" strike="noStrike">
                <a:solidFill>
                  <a:schemeClr val="tx1"/>
                </a:solidFill>
                <a:effectLst/>
                <a:latin typeface="Arial" panose="020B0604020202020204" pitchFamily="34" charset="0"/>
                <a:cs typeface="Arial" panose="020B0604020202020204" pitchFamily="34" charset="0"/>
                <a:hlinkClick r:id="rId16">
                  <a:extLst>
                    <a:ext uri="{A12FA001-AC4F-418D-AE19-62706E023703}">
                      <ahyp:hlinkClr xmlns:ahyp="http://schemas.microsoft.com/office/drawing/2018/hyperlinkcolor" val="tx"/>
                    </a:ext>
                  </a:extLst>
                </a:hlinkClick>
              </a:rPr>
              <a:t>https://r4ds.had.co.nz/</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0">
                <a:solidFill>
                  <a:schemeClr val="tx1"/>
                </a:solidFill>
                <a:effectLst/>
                <a:latin typeface="Arial" panose="020B0604020202020204" pitchFamily="34" charset="0"/>
                <a:cs typeface="Arial" panose="020B0604020202020204" pitchFamily="34" charset="0"/>
              </a:rPr>
              <a:t>Higgins, J. P. T., &amp; Thompson, S. G. (2002). Quantifying heterogeneity in a meta-analysis. </a:t>
            </a:r>
            <a:r>
              <a:rPr lang="en-US" sz="600" b="0" i="1">
                <a:solidFill>
                  <a:schemeClr val="tx1"/>
                </a:solidFill>
                <a:effectLst/>
                <a:latin typeface="Arial" panose="020B0604020202020204" pitchFamily="34" charset="0"/>
                <a:cs typeface="Arial" panose="020B0604020202020204" pitchFamily="34" charset="0"/>
              </a:rPr>
              <a:t>Statistics in Medicine</a:t>
            </a:r>
            <a:r>
              <a:rPr lang="en-US" sz="600" b="0" i="0">
                <a:solidFill>
                  <a:schemeClr val="tx1"/>
                </a:solidFill>
                <a:effectLst/>
                <a:latin typeface="Arial" panose="020B0604020202020204" pitchFamily="34" charset="0"/>
                <a:cs typeface="Arial" panose="020B0604020202020204" pitchFamily="34" charset="0"/>
              </a:rPr>
              <a:t>, </a:t>
            </a:r>
            <a:r>
              <a:rPr lang="en-US" sz="600" b="0" i="1">
                <a:solidFill>
                  <a:schemeClr val="tx1"/>
                </a:solidFill>
                <a:effectLst/>
                <a:latin typeface="Arial" panose="020B0604020202020204" pitchFamily="34" charset="0"/>
                <a:cs typeface="Arial" panose="020B0604020202020204" pitchFamily="34" charset="0"/>
              </a:rPr>
              <a:t>21</a:t>
            </a:r>
            <a:r>
              <a:rPr lang="en-US" sz="600" b="0" i="0">
                <a:solidFill>
                  <a:schemeClr val="tx1"/>
                </a:solidFill>
                <a:effectLst/>
                <a:latin typeface="Arial" panose="020B0604020202020204" pitchFamily="34" charset="0"/>
                <a:cs typeface="Arial" panose="020B0604020202020204" pitchFamily="34" charset="0"/>
              </a:rPr>
              <a:t>(11), 1539–1558. </a:t>
            </a:r>
            <a:r>
              <a:rPr lang="en-US" sz="600" b="0" i="0" u="sng" strike="noStrike">
                <a:solidFill>
                  <a:schemeClr val="tx1"/>
                </a:solidFill>
                <a:effectLst/>
                <a:latin typeface="Arial" panose="020B0604020202020204" pitchFamily="34" charset="0"/>
                <a:cs typeface="Arial" panose="020B0604020202020204" pitchFamily="34" charset="0"/>
                <a:hlinkClick r:id="rId17">
                  <a:extLst>
                    <a:ext uri="{A12FA001-AC4F-418D-AE19-62706E023703}">
                      <ahyp:hlinkClr xmlns:ahyp="http://schemas.microsoft.com/office/drawing/2018/hyperlinkcolor" val="tx"/>
                    </a:ext>
                  </a:extLst>
                </a:hlinkClick>
              </a:rPr>
              <a:t>https://doi.org/10.1002/sim.1186</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1">
                <a:solidFill>
                  <a:schemeClr val="tx1"/>
                </a:solidFill>
                <a:effectLst/>
                <a:latin typeface="Arial" panose="020B0604020202020204" pitchFamily="34" charset="0"/>
                <a:cs typeface="Arial" panose="020B0604020202020204" pitchFamily="34" charset="0"/>
              </a:rPr>
              <a:t>Introducing ChatGPT</a:t>
            </a:r>
            <a:r>
              <a:rPr lang="en-US" sz="600" b="0" i="0">
                <a:solidFill>
                  <a:schemeClr val="tx1"/>
                </a:solidFill>
                <a:effectLst/>
                <a:latin typeface="Arial" panose="020B0604020202020204" pitchFamily="34" charset="0"/>
                <a:cs typeface="Arial" panose="020B0604020202020204" pitchFamily="34" charset="0"/>
              </a:rPr>
              <a:t>. (n.d.). Retrieved December 10, 2024, from </a:t>
            </a:r>
            <a:r>
              <a:rPr lang="en-US" sz="600" b="0" i="0" u="sng" strike="noStrike">
                <a:solidFill>
                  <a:schemeClr val="tx1"/>
                </a:solidFill>
                <a:effectLst/>
                <a:latin typeface="Arial" panose="020B0604020202020204" pitchFamily="34" charset="0"/>
                <a:cs typeface="Arial" panose="020B0604020202020204" pitchFamily="34" charset="0"/>
                <a:hlinkClick r:id="rId18">
                  <a:extLst>
                    <a:ext uri="{A12FA001-AC4F-418D-AE19-62706E023703}">
                      <ahyp:hlinkClr xmlns:ahyp="http://schemas.microsoft.com/office/drawing/2018/hyperlinkcolor" val="tx"/>
                    </a:ext>
                  </a:extLst>
                </a:hlinkClick>
              </a:rPr>
              <a:t>https://openai.com/index/chatgpt/</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1">
                <a:solidFill>
                  <a:schemeClr val="tx1"/>
                </a:solidFill>
                <a:effectLst/>
                <a:latin typeface="Arial" panose="020B0604020202020204" pitchFamily="34" charset="0"/>
                <a:cs typeface="Arial" panose="020B0604020202020204" pitchFamily="34" charset="0"/>
              </a:rPr>
              <a:t>Introductory Econometrics, 6th Edition—9781305270107—Cengage</a:t>
            </a:r>
            <a:r>
              <a:rPr lang="en-US" sz="600" b="0" i="0">
                <a:solidFill>
                  <a:schemeClr val="tx1"/>
                </a:solidFill>
                <a:effectLst/>
                <a:latin typeface="Arial" panose="020B0604020202020204" pitchFamily="34" charset="0"/>
                <a:cs typeface="Arial" panose="020B0604020202020204" pitchFamily="34" charset="0"/>
              </a:rPr>
              <a:t>. (n.d.). Retrieved October 22, 2024, from </a:t>
            </a:r>
            <a:r>
              <a:rPr lang="en-US" sz="600" b="0" i="0" u="sng" strike="noStrike">
                <a:solidFill>
                  <a:schemeClr val="tx1"/>
                </a:solidFill>
                <a:effectLst/>
                <a:latin typeface="Arial" panose="020B0604020202020204" pitchFamily="34" charset="0"/>
                <a:cs typeface="Arial" panose="020B0604020202020204" pitchFamily="34" charset="0"/>
                <a:hlinkClick r:id="rId19">
                  <a:extLst>
                    <a:ext uri="{A12FA001-AC4F-418D-AE19-62706E023703}">
                      <ahyp:hlinkClr xmlns:ahyp="http://schemas.microsoft.com/office/drawing/2018/hyperlinkcolor" val="tx"/>
                    </a:ext>
                  </a:extLst>
                </a:hlinkClick>
              </a:rPr>
              <a:t>https://www.cengage.com/c/introductory-econometrics-a-modern-approach-6e-wooldridge/9781305270107/</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0">
                <a:solidFill>
                  <a:schemeClr val="tx1"/>
                </a:solidFill>
                <a:effectLst/>
                <a:latin typeface="Arial" panose="020B0604020202020204" pitchFamily="34" charset="0"/>
                <a:cs typeface="Arial" panose="020B0604020202020204" pitchFamily="34" charset="0"/>
              </a:rPr>
              <a:t>Julie. (2017, May 10). </a:t>
            </a:r>
            <a:r>
              <a:rPr lang="en-US" sz="600" b="0" i="1">
                <a:solidFill>
                  <a:schemeClr val="tx1"/>
                </a:solidFill>
                <a:effectLst/>
                <a:latin typeface="Arial" panose="020B0604020202020204" pitchFamily="34" charset="0"/>
                <a:cs typeface="Arial" panose="020B0604020202020204" pitchFamily="34" charset="0"/>
              </a:rPr>
              <a:t>Predict using trained model on dataset</a:t>
            </a:r>
            <a:r>
              <a:rPr lang="en-US" sz="600" b="0" i="0">
                <a:solidFill>
                  <a:schemeClr val="tx1"/>
                </a:solidFill>
                <a:effectLst/>
                <a:latin typeface="Arial" panose="020B0604020202020204" pitchFamily="34" charset="0"/>
                <a:cs typeface="Arial" panose="020B0604020202020204" pitchFamily="34" charset="0"/>
              </a:rPr>
              <a:t> [Forum post]. Cross Validated. </a:t>
            </a:r>
            <a:r>
              <a:rPr lang="en-US" sz="600" b="0" i="0" u="sng" strike="noStrike">
                <a:solidFill>
                  <a:schemeClr val="tx1"/>
                </a:solidFill>
                <a:effectLst/>
                <a:latin typeface="Arial" panose="020B0604020202020204" pitchFamily="34" charset="0"/>
                <a:cs typeface="Arial" panose="020B0604020202020204" pitchFamily="34" charset="0"/>
                <a:hlinkClick r:id="rId20">
                  <a:extLst>
                    <a:ext uri="{A12FA001-AC4F-418D-AE19-62706E023703}">
                      <ahyp:hlinkClr xmlns:ahyp="http://schemas.microsoft.com/office/drawing/2018/hyperlinkcolor" val="tx"/>
                    </a:ext>
                  </a:extLst>
                </a:hlinkClick>
              </a:rPr>
              <a:t>https://stats.stackexchange.com/q/278800</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0">
                <a:solidFill>
                  <a:schemeClr val="tx1"/>
                </a:solidFill>
                <a:effectLst/>
                <a:latin typeface="Arial" panose="020B0604020202020204" pitchFamily="34" charset="0"/>
                <a:cs typeface="Arial" panose="020B0604020202020204" pitchFamily="34" charset="0"/>
              </a:rPr>
              <a:t>Kobrin, J. L., Patterson, B. F., Shaw, E. J., Mattern, K. D., &amp; Barbuti, S. M. (2008). </a:t>
            </a:r>
            <a:r>
              <a:rPr lang="en-US" sz="600" b="0" i="1">
                <a:solidFill>
                  <a:schemeClr val="tx1"/>
                </a:solidFill>
                <a:effectLst/>
                <a:latin typeface="Arial" panose="020B0604020202020204" pitchFamily="34" charset="0"/>
                <a:cs typeface="Arial" panose="020B0604020202020204" pitchFamily="34" charset="0"/>
              </a:rPr>
              <a:t>Validity of the SAT® for Predicting First-Year College Grade Point Average. Research Report No. 2008-5</a:t>
            </a:r>
            <a:r>
              <a:rPr lang="en-US" sz="600" b="0" i="0">
                <a:solidFill>
                  <a:schemeClr val="tx1"/>
                </a:solidFill>
                <a:effectLst/>
                <a:latin typeface="Arial" panose="020B0604020202020204" pitchFamily="34" charset="0"/>
                <a:cs typeface="Arial" panose="020B0604020202020204" pitchFamily="34" charset="0"/>
              </a:rPr>
              <a:t>. College Board. </a:t>
            </a:r>
            <a:r>
              <a:rPr lang="en-US" sz="600" b="0" i="0" u="sng" strike="noStrike">
                <a:solidFill>
                  <a:schemeClr val="tx1"/>
                </a:solidFill>
                <a:effectLst/>
                <a:latin typeface="Arial" panose="020B0604020202020204" pitchFamily="34" charset="0"/>
                <a:cs typeface="Arial" panose="020B0604020202020204" pitchFamily="34" charset="0"/>
                <a:hlinkClick r:id="rId21">
                  <a:extLst>
                    <a:ext uri="{A12FA001-AC4F-418D-AE19-62706E023703}">
                      <ahyp:hlinkClr xmlns:ahyp="http://schemas.microsoft.com/office/drawing/2018/hyperlinkcolor" val="tx"/>
                    </a:ext>
                  </a:extLst>
                </a:hlinkClick>
              </a:rPr>
              <a:t>https://eric.ed.gov/?id=ED563202</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0">
                <a:solidFill>
                  <a:schemeClr val="tx1"/>
                </a:solidFill>
                <a:effectLst/>
                <a:latin typeface="Arial" panose="020B0604020202020204" pitchFamily="34" charset="0"/>
                <a:cs typeface="Arial" panose="020B0604020202020204" pitchFamily="34" charset="0"/>
              </a:rPr>
              <a:t>Kuhn, M. (n.d.). </a:t>
            </a:r>
            <a:r>
              <a:rPr lang="en-US" sz="600" b="0" i="1">
                <a:solidFill>
                  <a:schemeClr val="tx1"/>
                </a:solidFill>
                <a:effectLst/>
                <a:latin typeface="Arial" panose="020B0604020202020204" pitchFamily="34" charset="0"/>
                <a:cs typeface="Arial" panose="020B0604020202020204" pitchFamily="34" charset="0"/>
              </a:rPr>
              <a:t>15 Variable Importance | The caret Package</a:t>
            </a:r>
            <a:r>
              <a:rPr lang="en-US" sz="600" b="0" i="0">
                <a:solidFill>
                  <a:schemeClr val="tx1"/>
                </a:solidFill>
                <a:effectLst/>
                <a:latin typeface="Arial" panose="020B0604020202020204" pitchFamily="34" charset="0"/>
                <a:cs typeface="Arial" panose="020B0604020202020204" pitchFamily="34" charset="0"/>
              </a:rPr>
              <a:t>. Retrieved December 10, 2024, from </a:t>
            </a:r>
            <a:r>
              <a:rPr lang="en-US" sz="600" b="0" i="0" u="sng" strike="noStrike">
                <a:solidFill>
                  <a:schemeClr val="tx1"/>
                </a:solidFill>
                <a:effectLst/>
                <a:latin typeface="Arial" panose="020B0604020202020204" pitchFamily="34" charset="0"/>
                <a:cs typeface="Arial" panose="020B0604020202020204" pitchFamily="34" charset="0"/>
                <a:hlinkClick r:id="rId22">
                  <a:extLst>
                    <a:ext uri="{A12FA001-AC4F-418D-AE19-62706E023703}">
                      <ahyp:hlinkClr xmlns:ahyp="http://schemas.microsoft.com/office/drawing/2018/hyperlinkcolor" val="tx"/>
                    </a:ext>
                  </a:extLst>
                </a:hlinkClick>
              </a:rPr>
              <a:t>https://topepo.github.io/caret/variable-importance.html</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1">
                <a:solidFill>
                  <a:schemeClr val="tx1"/>
                </a:solidFill>
                <a:effectLst/>
                <a:latin typeface="Arial" panose="020B0604020202020204" pitchFamily="34" charset="0"/>
                <a:cs typeface="Arial" panose="020B0604020202020204" pitchFamily="34" charset="0"/>
              </a:rPr>
              <a:t>Lab 14—Decision Trees in R v2</a:t>
            </a:r>
            <a:r>
              <a:rPr lang="en-US" sz="600" b="0" i="0">
                <a:solidFill>
                  <a:schemeClr val="tx1"/>
                </a:solidFill>
                <a:effectLst/>
                <a:latin typeface="Arial" panose="020B0604020202020204" pitchFamily="34" charset="0"/>
                <a:cs typeface="Arial" panose="020B0604020202020204" pitchFamily="34" charset="0"/>
              </a:rPr>
              <a:t>. (n.d.). Retrieved December 10, 2024, from </a:t>
            </a:r>
            <a:r>
              <a:rPr lang="en-US" sz="600" b="0" i="0" u="sng" strike="noStrike">
                <a:solidFill>
                  <a:schemeClr val="tx1"/>
                </a:solidFill>
                <a:effectLst/>
                <a:latin typeface="Arial" panose="020B0604020202020204" pitchFamily="34" charset="0"/>
                <a:cs typeface="Arial" panose="020B0604020202020204" pitchFamily="34" charset="0"/>
                <a:hlinkClick r:id="rId23">
                  <a:extLst>
                    <a:ext uri="{A12FA001-AC4F-418D-AE19-62706E023703}">
                      <ahyp:hlinkClr xmlns:ahyp="http://schemas.microsoft.com/office/drawing/2018/hyperlinkcolor" val="tx"/>
                    </a:ext>
                  </a:extLst>
                </a:hlinkClick>
              </a:rPr>
              <a:t>https://www.science.smith.edu/~jcrouser/SDS293/labs/lab14-r.html</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1">
                <a:solidFill>
                  <a:schemeClr val="tx1"/>
                </a:solidFill>
                <a:effectLst/>
                <a:latin typeface="Arial" panose="020B0604020202020204" pitchFamily="34" charset="0"/>
                <a:cs typeface="Arial" panose="020B0604020202020204" pitchFamily="34" charset="0"/>
              </a:rPr>
              <a:t>Linear Regression in Machine learning</a:t>
            </a:r>
            <a:r>
              <a:rPr lang="en-US" sz="600" b="0" i="0">
                <a:solidFill>
                  <a:schemeClr val="tx1"/>
                </a:solidFill>
                <a:effectLst/>
                <a:latin typeface="Arial" panose="020B0604020202020204" pitchFamily="34" charset="0"/>
                <a:cs typeface="Arial" panose="020B0604020202020204" pitchFamily="34" charset="0"/>
              </a:rPr>
              <a:t>. (2018, September 13). </a:t>
            </a:r>
            <a:r>
              <a:rPr lang="en-US" sz="600" b="0" i="0" err="1">
                <a:solidFill>
                  <a:schemeClr val="tx1"/>
                </a:solidFill>
                <a:effectLst/>
                <a:latin typeface="Arial" panose="020B0604020202020204" pitchFamily="34" charset="0"/>
                <a:cs typeface="Arial" panose="020B0604020202020204" pitchFamily="34" charset="0"/>
              </a:rPr>
              <a:t>GeeksforGeeks</a:t>
            </a:r>
            <a:r>
              <a:rPr lang="en-US" sz="600" b="0" i="0">
                <a:solidFill>
                  <a:schemeClr val="tx1"/>
                </a:solidFill>
                <a:effectLst/>
                <a:latin typeface="Arial" panose="020B0604020202020204" pitchFamily="34" charset="0"/>
                <a:cs typeface="Arial" panose="020B0604020202020204" pitchFamily="34" charset="0"/>
              </a:rPr>
              <a:t>. </a:t>
            </a:r>
            <a:r>
              <a:rPr lang="en-US" sz="600" b="0" i="0" u="sng" strike="noStrike">
                <a:solidFill>
                  <a:schemeClr val="tx1"/>
                </a:solidFill>
                <a:effectLst/>
                <a:latin typeface="Arial" panose="020B0604020202020204" pitchFamily="34" charset="0"/>
                <a:cs typeface="Arial" panose="020B0604020202020204" pitchFamily="34" charset="0"/>
                <a:hlinkClick r:id="rId24">
                  <a:extLst>
                    <a:ext uri="{A12FA001-AC4F-418D-AE19-62706E023703}">
                      <ahyp:hlinkClr xmlns:ahyp="http://schemas.microsoft.com/office/drawing/2018/hyperlinkcolor" val="tx"/>
                    </a:ext>
                  </a:extLst>
                </a:hlinkClick>
              </a:rPr>
              <a:t>https://www.geeksforgeeks.org/ml-linear-regression/</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0">
                <a:solidFill>
                  <a:schemeClr val="tx1"/>
                </a:solidFill>
                <a:effectLst/>
                <a:latin typeface="Arial" panose="020B0604020202020204" pitchFamily="34" charset="0"/>
                <a:cs typeface="Arial" panose="020B0604020202020204" pitchFamily="34" charset="0"/>
              </a:rPr>
              <a:t>Long, J. (JD), &amp; Teetor, P. (n.d.). </a:t>
            </a:r>
            <a:r>
              <a:rPr lang="en-US" sz="600" b="0" i="1">
                <a:solidFill>
                  <a:schemeClr val="tx1"/>
                </a:solidFill>
                <a:effectLst/>
                <a:latin typeface="Arial" panose="020B0604020202020204" pitchFamily="34" charset="0"/>
                <a:cs typeface="Arial" panose="020B0604020202020204" pitchFamily="34" charset="0"/>
              </a:rPr>
              <a:t>R Cookbook, 2nd Edition</a:t>
            </a:r>
            <a:r>
              <a:rPr lang="en-US" sz="600" b="0" i="0">
                <a:solidFill>
                  <a:schemeClr val="tx1"/>
                </a:solidFill>
                <a:effectLst/>
                <a:latin typeface="Arial" panose="020B0604020202020204" pitchFamily="34" charset="0"/>
                <a:cs typeface="Arial" panose="020B0604020202020204" pitchFamily="34" charset="0"/>
              </a:rPr>
              <a:t>. Retrieved December 10, 2024, from </a:t>
            </a:r>
            <a:r>
              <a:rPr lang="en-US" sz="600" b="0" i="0" u="sng" strike="noStrike">
                <a:solidFill>
                  <a:schemeClr val="tx1"/>
                </a:solidFill>
                <a:effectLst/>
                <a:latin typeface="Arial" panose="020B0604020202020204" pitchFamily="34" charset="0"/>
                <a:cs typeface="Arial" panose="020B0604020202020204" pitchFamily="34" charset="0"/>
                <a:hlinkClick r:id="rId25">
                  <a:extLst>
                    <a:ext uri="{A12FA001-AC4F-418D-AE19-62706E023703}">
                      <ahyp:hlinkClr xmlns:ahyp="http://schemas.microsoft.com/office/drawing/2018/hyperlinkcolor" val="tx"/>
                    </a:ext>
                  </a:extLst>
                </a:hlinkClick>
              </a:rPr>
              <a:t>https://rc2e.com/</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0" err="1">
                <a:solidFill>
                  <a:schemeClr val="tx1"/>
                </a:solidFill>
                <a:effectLst/>
                <a:latin typeface="Arial" panose="020B0604020202020204" pitchFamily="34" charset="0"/>
                <a:cs typeface="Arial" panose="020B0604020202020204" pitchFamily="34" charset="0"/>
              </a:rPr>
              <a:t>MacCann</a:t>
            </a:r>
            <a:r>
              <a:rPr lang="en-US" sz="600" b="0" i="0">
                <a:solidFill>
                  <a:schemeClr val="tx1"/>
                </a:solidFill>
                <a:effectLst/>
                <a:latin typeface="Arial" panose="020B0604020202020204" pitchFamily="34" charset="0"/>
                <a:cs typeface="Arial" panose="020B0604020202020204" pitchFamily="34" charset="0"/>
              </a:rPr>
              <a:t>, C., Jiang, Y., Brown, L. E. R., Double, K. S., </a:t>
            </a:r>
            <a:r>
              <a:rPr lang="en-US" sz="600" b="0" i="0" err="1">
                <a:solidFill>
                  <a:schemeClr val="tx1"/>
                </a:solidFill>
                <a:effectLst/>
                <a:latin typeface="Arial" panose="020B0604020202020204" pitchFamily="34" charset="0"/>
                <a:cs typeface="Arial" panose="020B0604020202020204" pitchFamily="34" charset="0"/>
              </a:rPr>
              <a:t>Bucich</a:t>
            </a:r>
            <a:r>
              <a:rPr lang="en-US" sz="600" b="0" i="0">
                <a:solidFill>
                  <a:schemeClr val="tx1"/>
                </a:solidFill>
                <a:effectLst/>
                <a:latin typeface="Arial" panose="020B0604020202020204" pitchFamily="34" charset="0"/>
                <a:cs typeface="Arial" panose="020B0604020202020204" pitchFamily="34" charset="0"/>
              </a:rPr>
              <a:t>, M., &amp; </a:t>
            </a:r>
            <a:r>
              <a:rPr lang="en-US" sz="600" b="0" i="0" err="1">
                <a:solidFill>
                  <a:schemeClr val="tx1"/>
                </a:solidFill>
                <a:effectLst/>
                <a:latin typeface="Arial" panose="020B0604020202020204" pitchFamily="34" charset="0"/>
                <a:cs typeface="Arial" panose="020B0604020202020204" pitchFamily="34" charset="0"/>
              </a:rPr>
              <a:t>Minbashian</a:t>
            </a:r>
            <a:r>
              <a:rPr lang="en-US" sz="600" b="0" i="0">
                <a:solidFill>
                  <a:schemeClr val="tx1"/>
                </a:solidFill>
                <a:effectLst/>
                <a:latin typeface="Arial" panose="020B0604020202020204" pitchFamily="34" charset="0"/>
                <a:cs typeface="Arial" panose="020B0604020202020204" pitchFamily="34" charset="0"/>
              </a:rPr>
              <a:t>, A. (2020). Emotional intelligence predicts academic performance: A meta-analysis. </a:t>
            </a:r>
            <a:r>
              <a:rPr lang="en-US" sz="600" b="0" i="1">
                <a:solidFill>
                  <a:schemeClr val="tx1"/>
                </a:solidFill>
                <a:effectLst/>
                <a:latin typeface="Arial" panose="020B0604020202020204" pitchFamily="34" charset="0"/>
                <a:cs typeface="Arial" panose="020B0604020202020204" pitchFamily="34" charset="0"/>
              </a:rPr>
              <a:t>Psychological Bulletin</a:t>
            </a:r>
            <a:r>
              <a:rPr lang="en-US" sz="600" b="0" i="0">
                <a:solidFill>
                  <a:schemeClr val="tx1"/>
                </a:solidFill>
                <a:effectLst/>
                <a:latin typeface="Arial" panose="020B0604020202020204" pitchFamily="34" charset="0"/>
                <a:cs typeface="Arial" panose="020B0604020202020204" pitchFamily="34" charset="0"/>
              </a:rPr>
              <a:t>, </a:t>
            </a:r>
            <a:r>
              <a:rPr lang="en-US" sz="600" b="0" i="1">
                <a:solidFill>
                  <a:schemeClr val="tx1"/>
                </a:solidFill>
                <a:effectLst/>
                <a:latin typeface="Arial" panose="020B0604020202020204" pitchFamily="34" charset="0"/>
                <a:cs typeface="Arial" panose="020B0604020202020204" pitchFamily="34" charset="0"/>
              </a:rPr>
              <a:t>146</a:t>
            </a:r>
            <a:r>
              <a:rPr lang="en-US" sz="600" b="0" i="0">
                <a:solidFill>
                  <a:schemeClr val="tx1"/>
                </a:solidFill>
                <a:effectLst/>
                <a:latin typeface="Arial" panose="020B0604020202020204" pitchFamily="34" charset="0"/>
                <a:cs typeface="Arial" panose="020B0604020202020204" pitchFamily="34" charset="0"/>
              </a:rPr>
              <a:t>(2), 150–186. </a:t>
            </a:r>
            <a:r>
              <a:rPr lang="en-US" sz="600" b="0" i="0" u="sng" strike="noStrike">
                <a:solidFill>
                  <a:schemeClr val="tx1"/>
                </a:solidFill>
                <a:effectLst/>
                <a:latin typeface="Arial" panose="020B0604020202020204" pitchFamily="34" charset="0"/>
                <a:cs typeface="Arial" panose="020B0604020202020204" pitchFamily="34" charset="0"/>
                <a:hlinkClick r:id="rId26">
                  <a:extLst>
                    <a:ext uri="{A12FA001-AC4F-418D-AE19-62706E023703}">
                      <ahyp:hlinkClr xmlns:ahyp="http://schemas.microsoft.com/office/drawing/2018/hyperlinkcolor" val="tx"/>
                    </a:ext>
                  </a:extLst>
                </a:hlinkClick>
              </a:rPr>
              <a:t>https://doi.org/10.1037/bul0000219</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1">
                <a:solidFill>
                  <a:schemeClr val="tx1"/>
                </a:solidFill>
                <a:effectLst/>
                <a:latin typeface="Arial" panose="020B0604020202020204" pitchFamily="34" charset="0"/>
                <a:cs typeface="Arial" panose="020B0604020202020204" pitchFamily="34" charset="0"/>
              </a:rPr>
              <a:t>Mayer-Salovey-Caruso Emotional Intelligence Test (MSCEIT)</a:t>
            </a:r>
            <a:r>
              <a:rPr lang="en-US" sz="600" b="0" i="0">
                <a:solidFill>
                  <a:schemeClr val="tx1"/>
                </a:solidFill>
                <a:effectLst/>
                <a:latin typeface="Arial" panose="020B0604020202020204" pitchFamily="34" charset="0"/>
                <a:cs typeface="Arial" panose="020B0604020202020204" pitchFamily="34" charset="0"/>
              </a:rPr>
              <a:t>. (n.d.). Retrieved November 18, 2024, from </a:t>
            </a:r>
            <a:r>
              <a:rPr lang="en-US" sz="600" b="0" i="0" u="sng" strike="noStrike">
                <a:solidFill>
                  <a:schemeClr val="tx1"/>
                </a:solidFill>
                <a:effectLst/>
                <a:latin typeface="Arial" panose="020B0604020202020204" pitchFamily="34" charset="0"/>
                <a:cs typeface="Arial" panose="020B0604020202020204" pitchFamily="34" charset="0"/>
                <a:hlinkClick r:id="rId27">
                  <a:extLst>
                    <a:ext uri="{A12FA001-AC4F-418D-AE19-62706E023703}">
                      <ahyp:hlinkClr xmlns:ahyp="http://schemas.microsoft.com/office/drawing/2018/hyperlinkcolor" val="tx"/>
                    </a:ext>
                  </a:extLst>
                </a:hlinkClick>
              </a:rPr>
              <a:t>https://www.eiconsortium.org/measures/msceit.html</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0">
                <a:solidFill>
                  <a:schemeClr val="tx1"/>
                </a:solidFill>
                <a:effectLst/>
                <a:latin typeface="Arial" panose="020B0604020202020204" pitchFamily="34" charset="0"/>
                <a:cs typeface="Arial" panose="020B0604020202020204" pitchFamily="34" charset="0"/>
              </a:rPr>
              <a:t>Molnar, C. (n.d.). </a:t>
            </a:r>
            <a:r>
              <a:rPr lang="en-US" sz="600" b="0" i="1">
                <a:solidFill>
                  <a:schemeClr val="tx1"/>
                </a:solidFill>
                <a:effectLst/>
                <a:latin typeface="Arial" panose="020B0604020202020204" pitchFamily="34" charset="0"/>
                <a:cs typeface="Arial" panose="020B0604020202020204" pitchFamily="34" charset="0"/>
              </a:rPr>
              <a:t>8.1 Partial Dependence Plot (PDP) | Interpretable Machine Learning</a:t>
            </a:r>
            <a:r>
              <a:rPr lang="en-US" sz="600" b="0" i="0">
                <a:solidFill>
                  <a:schemeClr val="tx1"/>
                </a:solidFill>
                <a:effectLst/>
                <a:latin typeface="Arial" panose="020B0604020202020204" pitchFamily="34" charset="0"/>
                <a:cs typeface="Arial" panose="020B0604020202020204" pitchFamily="34" charset="0"/>
              </a:rPr>
              <a:t>. Retrieved December 10, 2024, from </a:t>
            </a:r>
            <a:r>
              <a:rPr lang="en-US" sz="600" b="0" i="0" u="sng" strike="noStrike">
                <a:solidFill>
                  <a:schemeClr val="tx1"/>
                </a:solidFill>
                <a:effectLst/>
                <a:latin typeface="Arial" panose="020B0604020202020204" pitchFamily="34" charset="0"/>
                <a:cs typeface="Arial" panose="020B0604020202020204" pitchFamily="34" charset="0"/>
                <a:hlinkClick r:id="rId28">
                  <a:extLst>
                    <a:ext uri="{A12FA001-AC4F-418D-AE19-62706E023703}">
                      <ahyp:hlinkClr xmlns:ahyp="http://schemas.microsoft.com/office/drawing/2018/hyperlinkcolor" val="tx"/>
                    </a:ext>
                  </a:extLst>
                </a:hlinkClick>
              </a:rPr>
              <a:t>https://christophm.github.io/interpretable-ml-book/pdp.html</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0">
                <a:solidFill>
                  <a:schemeClr val="tx1"/>
                </a:solidFill>
                <a:effectLst/>
                <a:latin typeface="Arial" panose="020B0604020202020204" pitchFamily="34" charset="0"/>
                <a:cs typeface="Arial" panose="020B0604020202020204" pitchFamily="34" charset="0"/>
              </a:rPr>
              <a:t>Moneta-Koehler, L., Brown, A. M., Petrie, K. A., Evans, B. J., &amp; Chalkley, R. (2017). The Limitations of the GRE in Predicting Success in Biomedical Graduate School. </a:t>
            </a:r>
            <a:r>
              <a:rPr lang="en-US" sz="600" b="0" i="1" err="1">
                <a:solidFill>
                  <a:schemeClr val="tx1"/>
                </a:solidFill>
                <a:effectLst/>
                <a:latin typeface="Arial" panose="020B0604020202020204" pitchFamily="34" charset="0"/>
                <a:cs typeface="Arial" panose="020B0604020202020204" pitchFamily="34" charset="0"/>
              </a:rPr>
              <a:t>PLoS</a:t>
            </a:r>
            <a:r>
              <a:rPr lang="en-US" sz="600" b="0" i="1">
                <a:solidFill>
                  <a:schemeClr val="tx1"/>
                </a:solidFill>
                <a:effectLst/>
                <a:latin typeface="Arial" panose="020B0604020202020204" pitchFamily="34" charset="0"/>
                <a:cs typeface="Arial" panose="020B0604020202020204" pitchFamily="34" charset="0"/>
              </a:rPr>
              <a:t> ONE</a:t>
            </a:r>
            <a:r>
              <a:rPr lang="en-US" sz="600" b="0" i="0">
                <a:solidFill>
                  <a:schemeClr val="tx1"/>
                </a:solidFill>
                <a:effectLst/>
                <a:latin typeface="Arial" panose="020B0604020202020204" pitchFamily="34" charset="0"/>
                <a:cs typeface="Arial" panose="020B0604020202020204" pitchFamily="34" charset="0"/>
              </a:rPr>
              <a:t>, </a:t>
            </a:r>
            <a:r>
              <a:rPr lang="en-US" sz="600" b="0" i="1">
                <a:solidFill>
                  <a:schemeClr val="tx1"/>
                </a:solidFill>
                <a:effectLst/>
                <a:latin typeface="Arial" panose="020B0604020202020204" pitchFamily="34" charset="0"/>
                <a:cs typeface="Arial" panose="020B0604020202020204" pitchFamily="34" charset="0"/>
              </a:rPr>
              <a:t>12</a:t>
            </a:r>
            <a:r>
              <a:rPr lang="en-US" sz="600" b="0" i="0">
                <a:solidFill>
                  <a:schemeClr val="tx1"/>
                </a:solidFill>
                <a:effectLst/>
                <a:latin typeface="Arial" panose="020B0604020202020204" pitchFamily="34" charset="0"/>
                <a:cs typeface="Arial" panose="020B0604020202020204" pitchFamily="34" charset="0"/>
              </a:rPr>
              <a:t>(1), e0166742. </a:t>
            </a:r>
            <a:r>
              <a:rPr lang="en-US" sz="600" b="0" i="0" u="sng" strike="noStrike">
                <a:solidFill>
                  <a:schemeClr val="tx1"/>
                </a:solidFill>
                <a:effectLst/>
                <a:latin typeface="Arial" panose="020B0604020202020204" pitchFamily="34" charset="0"/>
                <a:cs typeface="Arial" panose="020B0604020202020204" pitchFamily="34" charset="0"/>
                <a:hlinkClick r:id="rId29">
                  <a:extLst>
                    <a:ext uri="{A12FA001-AC4F-418D-AE19-62706E023703}">
                      <ahyp:hlinkClr xmlns:ahyp="http://schemas.microsoft.com/office/drawing/2018/hyperlinkcolor" val="tx"/>
                    </a:ext>
                  </a:extLst>
                </a:hlinkClick>
              </a:rPr>
              <a:t>https://doi.org/10.1371/journal.pone.0166742</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0">
                <a:solidFill>
                  <a:schemeClr val="tx1"/>
                </a:solidFill>
                <a:effectLst/>
                <a:latin typeface="Arial" panose="020B0604020202020204" pitchFamily="34" charset="0"/>
                <a:cs typeface="Arial" panose="020B0604020202020204" pitchFamily="34" charset="0"/>
              </a:rPr>
              <a:t>Nair, S., Dev, S., &amp; Dwivedi, A. (2016). Emotional intelligence and work performance of leaders—A study done with corporates and higher academic institutions in Abu Dhabi Emirate. </a:t>
            </a:r>
            <a:r>
              <a:rPr lang="en-US" sz="600" b="0" i="1">
                <a:solidFill>
                  <a:schemeClr val="tx1"/>
                </a:solidFill>
                <a:effectLst/>
                <a:latin typeface="Arial" panose="020B0604020202020204" pitchFamily="34" charset="0"/>
                <a:cs typeface="Arial" panose="020B0604020202020204" pitchFamily="34" charset="0"/>
              </a:rPr>
              <a:t>International Journal of Work </a:t>
            </a:r>
            <a:r>
              <a:rPr lang="en-US" sz="600" b="0" i="1" err="1">
                <a:solidFill>
                  <a:schemeClr val="tx1"/>
                </a:solidFill>
                <a:effectLst/>
                <a:latin typeface="Arial" panose="020B0604020202020204" pitchFamily="34" charset="0"/>
                <a:cs typeface="Arial" panose="020B0604020202020204" pitchFamily="34" charset="0"/>
              </a:rPr>
              <a:t>Organisation</a:t>
            </a:r>
            <a:r>
              <a:rPr lang="en-US" sz="600" b="0" i="1">
                <a:solidFill>
                  <a:schemeClr val="tx1"/>
                </a:solidFill>
                <a:effectLst/>
                <a:latin typeface="Arial" panose="020B0604020202020204" pitchFamily="34" charset="0"/>
                <a:cs typeface="Arial" panose="020B0604020202020204" pitchFamily="34" charset="0"/>
              </a:rPr>
              <a:t> and Emotion</a:t>
            </a:r>
            <a:r>
              <a:rPr lang="en-US" sz="600" b="0" i="0">
                <a:solidFill>
                  <a:schemeClr val="tx1"/>
                </a:solidFill>
                <a:effectLst/>
                <a:latin typeface="Arial" panose="020B0604020202020204" pitchFamily="34" charset="0"/>
                <a:cs typeface="Arial" panose="020B0604020202020204" pitchFamily="34" charset="0"/>
              </a:rPr>
              <a:t>, </a:t>
            </a:r>
            <a:r>
              <a:rPr lang="en-US" sz="600" b="0" i="1">
                <a:solidFill>
                  <a:schemeClr val="tx1"/>
                </a:solidFill>
                <a:effectLst/>
                <a:latin typeface="Arial" panose="020B0604020202020204" pitchFamily="34" charset="0"/>
                <a:cs typeface="Arial" panose="020B0604020202020204" pitchFamily="34" charset="0"/>
              </a:rPr>
              <a:t>7</a:t>
            </a:r>
            <a:r>
              <a:rPr lang="en-US" sz="600" b="0" i="0">
                <a:solidFill>
                  <a:schemeClr val="tx1"/>
                </a:solidFill>
                <a:effectLst/>
                <a:latin typeface="Arial" panose="020B0604020202020204" pitchFamily="34" charset="0"/>
                <a:cs typeface="Arial" panose="020B0604020202020204" pitchFamily="34" charset="0"/>
              </a:rPr>
              <a:t>(3), 168. </a:t>
            </a:r>
            <a:r>
              <a:rPr lang="en-US" sz="600" b="0" i="0" u="sng" strike="noStrike">
                <a:solidFill>
                  <a:schemeClr val="tx1"/>
                </a:solidFill>
                <a:effectLst/>
                <a:latin typeface="Arial" panose="020B0604020202020204" pitchFamily="34" charset="0"/>
                <a:cs typeface="Arial" panose="020B0604020202020204" pitchFamily="34" charset="0"/>
                <a:hlinkClick r:id="rId30">
                  <a:extLst>
                    <a:ext uri="{A12FA001-AC4F-418D-AE19-62706E023703}">
                      <ahyp:hlinkClr xmlns:ahyp="http://schemas.microsoft.com/office/drawing/2018/hyperlinkcolor" val="tx"/>
                    </a:ext>
                  </a:extLst>
                </a:hlinkClick>
              </a:rPr>
              <a:t>https://doi.org/10.1504/IJWOE.2016.081454</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0">
                <a:solidFill>
                  <a:schemeClr val="tx1"/>
                </a:solidFill>
                <a:effectLst/>
                <a:latin typeface="Arial" panose="020B0604020202020204" pitchFamily="34" charset="0"/>
                <a:cs typeface="Arial" panose="020B0604020202020204" pitchFamily="34" charset="0"/>
              </a:rPr>
              <a:t>O’Connor, P. J., Hill, A., Kaya, M., &amp; Martin, B. (2019). The Measurement of Emotional Intelligence: A Critical Review of the Literature and Recommendations for Researchers and Practitioners. </a:t>
            </a:r>
            <a:r>
              <a:rPr lang="en-US" sz="600" b="0" i="1">
                <a:solidFill>
                  <a:schemeClr val="tx1"/>
                </a:solidFill>
                <a:effectLst/>
                <a:latin typeface="Arial" panose="020B0604020202020204" pitchFamily="34" charset="0"/>
                <a:cs typeface="Arial" panose="020B0604020202020204" pitchFamily="34" charset="0"/>
              </a:rPr>
              <a:t>Frontiers in Psychology</a:t>
            </a:r>
            <a:r>
              <a:rPr lang="en-US" sz="600" b="0" i="0">
                <a:solidFill>
                  <a:schemeClr val="tx1"/>
                </a:solidFill>
                <a:effectLst/>
                <a:latin typeface="Arial" panose="020B0604020202020204" pitchFamily="34" charset="0"/>
                <a:cs typeface="Arial" panose="020B0604020202020204" pitchFamily="34" charset="0"/>
              </a:rPr>
              <a:t>, </a:t>
            </a:r>
            <a:r>
              <a:rPr lang="en-US" sz="600" b="0" i="1">
                <a:solidFill>
                  <a:schemeClr val="tx1"/>
                </a:solidFill>
                <a:effectLst/>
                <a:latin typeface="Arial" panose="020B0604020202020204" pitchFamily="34" charset="0"/>
                <a:cs typeface="Arial" panose="020B0604020202020204" pitchFamily="34" charset="0"/>
              </a:rPr>
              <a:t>10</a:t>
            </a:r>
            <a:r>
              <a:rPr lang="en-US" sz="600" b="0" i="0">
                <a:solidFill>
                  <a:schemeClr val="tx1"/>
                </a:solidFill>
                <a:effectLst/>
                <a:latin typeface="Arial" panose="020B0604020202020204" pitchFamily="34" charset="0"/>
                <a:cs typeface="Arial" panose="020B0604020202020204" pitchFamily="34" charset="0"/>
              </a:rPr>
              <a:t>. </a:t>
            </a:r>
            <a:r>
              <a:rPr lang="en-US" sz="600" b="0" i="0" u="sng" strike="noStrike">
                <a:solidFill>
                  <a:schemeClr val="tx1"/>
                </a:solidFill>
                <a:effectLst/>
                <a:latin typeface="Arial" panose="020B0604020202020204" pitchFamily="34" charset="0"/>
                <a:cs typeface="Arial" panose="020B0604020202020204" pitchFamily="34" charset="0"/>
                <a:hlinkClick r:id="rId31">
                  <a:extLst>
                    <a:ext uri="{A12FA001-AC4F-418D-AE19-62706E023703}">
                      <ahyp:hlinkClr xmlns:ahyp="http://schemas.microsoft.com/office/drawing/2018/hyperlinkcolor" val="tx"/>
                    </a:ext>
                  </a:extLst>
                </a:hlinkClick>
              </a:rPr>
              <a:t>https://doi.org/10.3389/fpsyg.2019.01116</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1">
                <a:solidFill>
                  <a:schemeClr val="tx1"/>
                </a:solidFill>
                <a:effectLst/>
                <a:latin typeface="Arial" panose="020B0604020202020204" pitchFamily="34" charset="0"/>
                <a:cs typeface="Arial" panose="020B0604020202020204" pitchFamily="34" charset="0"/>
              </a:rPr>
              <a:t>R cookbook | </a:t>
            </a:r>
            <a:r>
              <a:rPr lang="en-US" sz="600" b="0" i="1" err="1">
                <a:solidFill>
                  <a:schemeClr val="tx1"/>
                </a:solidFill>
                <a:effectLst/>
                <a:latin typeface="Arial" panose="020B0604020202020204" pitchFamily="34" charset="0"/>
                <a:cs typeface="Arial" panose="020B0604020202020204" pitchFamily="34" charset="0"/>
              </a:rPr>
              <a:t>BibSonomy</a:t>
            </a:r>
            <a:r>
              <a:rPr lang="en-US" sz="600" b="0" i="0">
                <a:solidFill>
                  <a:schemeClr val="tx1"/>
                </a:solidFill>
                <a:effectLst/>
                <a:latin typeface="Arial" panose="020B0604020202020204" pitchFamily="34" charset="0"/>
                <a:cs typeface="Arial" panose="020B0604020202020204" pitchFamily="34" charset="0"/>
              </a:rPr>
              <a:t>. (n.d.). Retrieved November 18, 2024, from </a:t>
            </a:r>
            <a:r>
              <a:rPr lang="en-US" sz="600" b="0" i="0" u="sng" strike="noStrike">
                <a:solidFill>
                  <a:schemeClr val="tx1"/>
                </a:solidFill>
                <a:effectLst/>
                <a:latin typeface="Arial" panose="020B0604020202020204" pitchFamily="34" charset="0"/>
                <a:cs typeface="Arial" panose="020B0604020202020204" pitchFamily="34" charset="0"/>
                <a:hlinkClick r:id="rId32">
                  <a:extLst>
                    <a:ext uri="{A12FA001-AC4F-418D-AE19-62706E023703}">
                      <ahyp:hlinkClr xmlns:ahyp="http://schemas.microsoft.com/office/drawing/2018/hyperlinkcolor" val="tx"/>
                    </a:ext>
                  </a:extLst>
                </a:hlinkClick>
              </a:rPr>
              <a:t>https://www.bibsonomy.org/bibtex/387e5a55f80acbcfd8d6851d9343fa42?postOwner=vivion&amp;intraHash=a06edbcafdbb837e6799a69acc9843ba</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1">
                <a:solidFill>
                  <a:schemeClr val="tx1"/>
                </a:solidFill>
                <a:effectLst/>
                <a:latin typeface="Arial" panose="020B0604020202020204" pitchFamily="34" charset="0"/>
                <a:cs typeface="Arial" panose="020B0604020202020204" pitchFamily="34" charset="0"/>
              </a:rPr>
              <a:t>R Decision Trees Tutorial: Examples &amp; Code in R for Regression &amp; Classification</a:t>
            </a:r>
            <a:r>
              <a:rPr lang="en-US" sz="600" b="0" i="0">
                <a:solidFill>
                  <a:schemeClr val="tx1"/>
                </a:solidFill>
                <a:effectLst/>
                <a:latin typeface="Arial" panose="020B0604020202020204" pitchFamily="34" charset="0"/>
                <a:cs typeface="Arial" panose="020B0604020202020204" pitchFamily="34" charset="0"/>
              </a:rPr>
              <a:t>. (n.d.). Retrieved December 10, 2024, from </a:t>
            </a:r>
            <a:r>
              <a:rPr lang="en-US" sz="600" b="0" i="0" u="sng" strike="noStrike">
                <a:solidFill>
                  <a:schemeClr val="tx1"/>
                </a:solidFill>
                <a:effectLst/>
                <a:latin typeface="Arial" panose="020B0604020202020204" pitchFamily="34" charset="0"/>
                <a:cs typeface="Arial" panose="020B0604020202020204" pitchFamily="34" charset="0"/>
                <a:hlinkClick r:id="rId33">
                  <a:extLst>
                    <a:ext uri="{A12FA001-AC4F-418D-AE19-62706E023703}">
                      <ahyp:hlinkClr xmlns:ahyp="http://schemas.microsoft.com/office/drawing/2018/hyperlinkcolor" val="tx"/>
                    </a:ext>
                  </a:extLst>
                </a:hlinkClick>
              </a:rPr>
              <a:t>https://www.datacamp.com/tutorial/decision-trees-R</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0">
                <a:solidFill>
                  <a:schemeClr val="tx1"/>
                </a:solidFill>
                <a:effectLst/>
                <a:latin typeface="Arial" panose="020B0604020202020204" pitchFamily="34" charset="0"/>
                <a:cs typeface="Arial" panose="020B0604020202020204" pitchFamily="34" charset="0"/>
              </a:rPr>
              <a:t>Rodriguez, J. (2023). </a:t>
            </a:r>
            <a:r>
              <a:rPr lang="en-US" sz="600" b="0" i="1">
                <a:solidFill>
                  <a:schemeClr val="tx1"/>
                </a:solidFill>
                <a:effectLst/>
                <a:latin typeface="Arial" panose="020B0604020202020204" pitchFamily="34" charset="0"/>
                <a:cs typeface="Arial" panose="020B0604020202020204" pitchFamily="34" charset="0"/>
              </a:rPr>
              <a:t>Josue-</a:t>
            </a:r>
            <a:r>
              <a:rPr lang="en-US" sz="600" b="0" i="1" err="1">
                <a:solidFill>
                  <a:schemeClr val="tx1"/>
                </a:solidFill>
                <a:effectLst/>
                <a:latin typeface="Arial" panose="020B0604020202020204" pitchFamily="34" charset="0"/>
                <a:cs typeface="Arial" panose="020B0604020202020204" pitchFamily="34" charset="0"/>
              </a:rPr>
              <a:t>rodriguez</a:t>
            </a:r>
            <a:r>
              <a:rPr lang="en-US" sz="600" b="0" i="1">
                <a:solidFill>
                  <a:schemeClr val="tx1"/>
                </a:solidFill>
                <a:effectLst/>
                <a:latin typeface="Arial" panose="020B0604020202020204" pitchFamily="34" charset="0"/>
                <a:cs typeface="Arial" panose="020B0604020202020204" pitchFamily="34" charset="0"/>
              </a:rPr>
              <a:t>/</a:t>
            </a:r>
            <a:r>
              <a:rPr lang="en-US" sz="600" b="0" i="1" err="1">
                <a:solidFill>
                  <a:schemeClr val="tx1"/>
                </a:solidFill>
                <a:effectLst/>
                <a:latin typeface="Arial" panose="020B0604020202020204" pitchFamily="34" charset="0"/>
                <a:cs typeface="Arial" panose="020B0604020202020204" pitchFamily="34" charset="0"/>
              </a:rPr>
              <a:t>psymetadata</a:t>
            </a:r>
            <a:r>
              <a:rPr lang="en-US" sz="600" b="0" i="0">
                <a:solidFill>
                  <a:schemeClr val="tx1"/>
                </a:solidFill>
                <a:effectLst/>
                <a:latin typeface="Arial" panose="020B0604020202020204" pitchFamily="34" charset="0"/>
                <a:cs typeface="Arial" panose="020B0604020202020204" pitchFamily="34" charset="0"/>
              </a:rPr>
              <a:t> [R]. </a:t>
            </a:r>
            <a:r>
              <a:rPr lang="en-US" sz="600" b="0" i="0" u="sng" strike="noStrike">
                <a:solidFill>
                  <a:schemeClr val="tx1"/>
                </a:solidFill>
                <a:effectLst/>
                <a:latin typeface="Arial" panose="020B0604020202020204" pitchFamily="34" charset="0"/>
                <a:cs typeface="Arial" panose="020B0604020202020204" pitchFamily="34" charset="0"/>
                <a:hlinkClick r:id="rId34">
                  <a:extLst>
                    <a:ext uri="{A12FA001-AC4F-418D-AE19-62706E023703}">
                      <ahyp:hlinkClr xmlns:ahyp="http://schemas.microsoft.com/office/drawing/2018/hyperlinkcolor" val="tx"/>
                    </a:ext>
                  </a:extLst>
                </a:hlinkClick>
              </a:rPr>
              <a:t>https://github.com/josue-rodriguez/psymetadata</a:t>
            </a:r>
            <a:r>
              <a:rPr lang="en-US" sz="600" b="0" i="0">
                <a:solidFill>
                  <a:schemeClr val="tx1"/>
                </a:solidFill>
                <a:effectLst/>
                <a:latin typeface="Arial" panose="020B0604020202020204" pitchFamily="34" charset="0"/>
                <a:cs typeface="Arial" panose="020B0604020202020204" pitchFamily="34" charset="0"/>
              </a:rPr>
              <a:t> (Original work published 2021) </a:t>
            </a:r>
          </a:p>
          <a:p>
            <a:pPr algn="l" rtl="0" fontAlgn="base"/>
            <a:r>
              <a:rPr lang="en-US" sz="600" b="0" i="0">
                <a:solidFill>
                  <a:schemeClr val="tx1"/>
                </a:solidFill>
                <a:effectLst/>
                <a:latin typeface="Arial" panose="020B0604020202020204" pitchFamily="34" charset="0"/>
                <a:cs typeface="Arial" panose="020B0604020202020204" pitchFamily="34" charset="0"/>
              </a:rPr>
              <a:t>Romanelli, F., Cain, J., &amp; Smith, K. M. (2006). Emotional Intelligence as a Predictor of Academic and/or Professional Success. </a:t>
            </a:r>
            <a:r>
              <a:rPr lang="en-US" sz="600" b="0" i="1">
                <a:solidFill>
                  <a:schemeClr val="tx1"/>
                </a:solidFill>
                <a:effectLst/>
                <a:latin typeface="Arial" panose="020B0604020202020204" pitchFamily="34" charset="0"/>
                <a:cs typeface="Arial" panose="020B0604020202020204" pitchFamily="34" charset="0"/>
              </a:rPr>
              <a:t>American Journal of Pharmaceutical Education</a:t>
            </a:r>
            <a:r>
              <a:rPr lang="en-US" sz="600" b="0" i="0">
                <a:solidFill>
                  <a:schemeClr val="tx1"/>
                </a:solidFill>
                <a:effectLst/>
                <a:latin typeface="Arial" panose="020B0604020202020204" pitchFamily="34" charset="0"/>
                <a:cs typeface="Arial" panose="020B0604020202020204" pitchFamily="34" charset="0"/>
              </a:rPr>
              <a:t>, </a:t>
            </a:r>
            <a:r>
              <a:rPr lang="en-US" sz="600" b="0" i="1">
                <a:solidFill>
                  <a:schemeClr val="tx1"/>
                </a:solidFill>
                <a:effectLst/>
                <a:latin typeface="Arial" panose="020B0604020202020204" pitchFamily="34" charset="0"/>
                <a:cs typeface="Arial" panose="020B0604020202020204" pitchFamily="34" charset="0"/>
              </a:rPr>
              <a:t>70</a:t>
            </a:r>
            <a:r>
              <a:rPr lang="en-US" sz="600" b="0" i="0">
                <a:solidFill>
                  <a:schemeClr val="tx1"/>
                </a:solidFill>
                <a:effectLst/>
                <a:latin typeface="Arial" panose="020B0604020202020204" pitchFamily="34" charset="0"/>
                <a:cs typeface="Arial" panose="020B0604020202020204" pitchFamily="34" charset="0"/>
              </a:rPr>
              <a:t>(3), 69. </a:t>
            </a:r>
            <a:r>
              <a:rPr lang="en-US" sz="600" b="0" i="0" u="sng" strike="noStrike">
                <a:solidFill>
                  <a:schemeClr val="tx1"/>
                </a:solidFill>
                <a:effectLst/>
                <a:latin typeface="Arial" panose="020B0604020202020204" pitchFamily="34" charset="0"/>
                <a:cs typeface="Arial" panose="020B0604020202020204" pitchFamily="34" charset="0"/>
                <a:hlinkClick r:id="rId35">
                  <a:extLst>
                    <a:ext uri="{A12FA001-AC4F-418D-AE19-62706E023703}">
                      <ahyp:hlinkClr xmlns:ahyp="http://schemas.microsoft.com/office/drawing/2018/hyperlinkcolor" val="tx"/>
                    </a:ext>
                  </a:extLst>
                </a:hlinkClick>
              </a:rPr>
              <a:t>https://doi.org/10.5688/aj700369</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0" err="1">
                <a:solidFill>
                  <a:schemeClr val="tx1"/>
                </a:solidFill>
                <a:effectLst/>
                <a:latin typeface="Arial" panose="020B0604020202020204" pitchFamily="34" charset="0"/>
                <a:cs typeface="Arial" panose="020B0604020202020204" pitchFamily="34" charset="0"/>
              </a:rPr>
              <a:t>Sepehrian</a:t>
            </a:r>
            <a:r>
              <a:rPr lang="en-US" sz="600" b="0" i="0">
                <a:solidFill>
                  <a:schemeClr val="tx1"/>
                </a:solidFill>
                <a:effectLst/>
                <a:latin typeface="Arial" panose="020B0604020202020204" pitchFamily="34" charset="0"/>
                <a:cs typeface="Arial" panose="020B0604020202020204" pitchFamily="34" charset="0"/>
              </a:rPr>
              <a:t>, F. (2012, December 1). </a:t>
            </a:r>
            <a:r>
              <a:rPr lang="en-US" sz="600" b="0" i="1">
                <a:solidFill>
                  <a:schemeClr val="tx1"/>
                </a:solidFill>
                <a:effectLst/>
                <a:latin typeface="Arial" panose="020B0604020202020204" pitchFamily="34" charset="0"/>
                <a:cs typeface="Arial" panose="020B0604020202020204" pitchFamily="34" charset="0"/>
              </a:rPr>
              <a:t>Emotional Intelligence as a predictor of academic performance in university. | EBSCOhost</a:t>
            </a:r>
            <a:r>
              <a:rPr lang="en-US" sz="600" b="0" i="0">
                <a:solidFill>
                  <a:schemeClr val="tx1"/>
                </a:solidFill>
                <a:effectLst/>
                <a:latin typeface="Arial" panose="020B0604020202020204" pitchFamily="34" charset="0"/>
                <a:cs typeface="Arial" panose="020B0604020202020204" pitchFamily="34" charset="0"/>
              </a:rPr>
              <a:t>. </a:t>
            </a:r>
            <a:r>
              <a:rPr lang="en-US" sz="600" b="0" i="0" u="sng" strike="noStrike">
                <a:solidFill>
                  <a:schemeClr val="tx1"/>
                </a:solidFill>
                <a:effectLst/>
                <a:latin typeface="Arial" panose="020B0604020202020204" pitchFamily="34" charset="0"/>
                <a:cs typeface="Arial" panose="020B0604020202020204" pitchFamily="34" charset="0"/>
                <a:hlinkClick r:id="rId36">
                  <a:extLst>
                    <a:ext uri="{A12FA001-AC4F-418D-AE19-62706E023703}">
                      <ahyp:hlinkClr xmlns:ahyp="http://schemas.microsoft.com/office/drawing/2018/hyperlinkcolor" val="tx"/>
                    </a:ext>
                  </a:extLst>
                </a:hlinkClick>
              </a:rPr>
              <a:t>https://openurl.ebsco.com/contentitem/gcd:113858112?sid=ebsco:plink:crawler&amp;id=ebsco:gcd:113858112</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0">
                <a:solidFill>
                  <a:schemeClr val="tx1"/>
                </a:solidFill>
                <a:effectLst/>
                <a:latin typeface="Arial" panose="020B0604020202020204" pitchFamily="34" charset="0"/>
                <a:cs typeface="Arial" panose="020B0604020202020204" pitchFamily="34" charset="0"/>
              </a:rPr>
              <a:t>Soriano-Vázquez, I., Castro, M. C., &amp; Morales-García, W. C. (2023). Emotional intelligence as a predictor of job satisfaction: The mediating role of conflict management in nurses. </a:t>
            </a:r>
            <a:r>
              <a:rPr lang="en-US" sz="600" b="0" i="1">
                <a:solidFill>
                  <a:schemeClr val="tx1"/>
                </a:solidFill>
                <a:effectLst/>
                <a:latin typeface="Arial" panose="020B0604020202020204" pitchFamily="34" charset="0"/>
                <a:cs typeface="Arial" panose="020B0604020202020204" pitchFamily="34" charset="0"/>
              </a:rPr>
              <a:t>Frontiers in Public Health</a:t>
            </a:r>
            <a:r>
              <a:rPr lang="en-US" sz="600" b="0" i="0">
                <a:solidFill>
                  <a:schemeClr val="tx1"/>
                </a:solidFill>
                <a:effectLst/>
                <a:latin typeface="Arial" panose="020B0604020202020204" pitchFamily="34" charset="0"/>
                <a:cs typeface="Arial" panose="020B0604020202020204" pitchFamily="34" charset="0"/>
              </a:rPr>
              <a:t>, </a:t>
            </a:r>
            <a:r>
              <a:rPr lang="en-US" sz="600" b="0" i="1">
                <a:solidFill>
                  <a:schemeClr val="tx1"/>
                </a:solidFill>
                <a:effectLst/>
                <a:latin typeface="Arial" panose="020B0604020202020204" pitchFamily="34" charset="0"/>
                <a:cs typeface="Arial" panose="020B0604020202020204" pitchFamily="34" charset="0"/>
              </a:rPr>
              <a:t>11</a:t>
            </a:r>
            <a:r>
              <a:rPr lang="en-US" sz="600" b="0" i="0">
                <a:solidFill>
                  <a:schemeClr val="tx1"/>
                </a:solidFill>
                <a:effectLst/>
                <a:latin typeface="Arial" panose="020B0604020202020204" pitchFamily="34" charset="0"/>
                <a:cs typeface="Arial" panose="020B0604020202020204" pitchFamily="34" charset="0"/>
              </a:rPr>
              <a:t>, 1249020. </a:t>
            </a:r>
            <a:r>
              <a:rPr lang="en-US" sz="600" b="0" i="0" u="sng" strike="noStrike">
                <a:solidFill>
                  <a:schemeClr val="tx1"/>
                </a:solidFill>
                <a:effectLst/>
                <a:latin typeface="Arial" panose="020B0604020202020204" pitchFamily="34" charset="0"/>
                <a:cs typeface="Arial" panose="020B0604020202020204" pitchFamily="34" charset="0"/>
                <a:hlinkClick r:id="rId37">
                  <a:extLst>
                    <a:ext uri="{A12FA001-AC4F-418D-AE19-62706E023703}">
                      <ahyp:hlinkClr xmlns:ahyp="http://schemas.microsoft.com/office/drawing/2018/hyperlinkcolor" val="tx"/>
                    </a:ext>
                  </a:extLst>
                </a:hlinkClick>
              </a:rPr>
              <a:t>https://doi.org/10.3389/fpubh.2023.1249020</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1">
                <a:solidFill>
                  <a:schemeClr val="tx1"/>
                </a:solidFill>
                <a:effectLst/>
                <a:latin typeface="Arial" panose="020B0604020202020204" pitchFamily="34" charset="0"/>
                <a:cs typeface="Arial" panose="020B0604020202020204" pitchFamily="34" charset="0"/>
              </a:rPr>
              <a:t>Statistical notes for clinical researchers: Effect size—PMC</a:t>
            </a:r>
            <a:r>
              <a:rPr lang="en-US" sz="600" b="0" i="0">
                <a:solidFill>
                  <a:schemeClr val="tx1"/>
                </a:solidFill>
                <a:effectLst/>
                <a:latin typeface="Arial" panose="020B0604020202020204" pitchFamily="34" charset="0"/>
                <a:cs typeface="Arial" panose="020B0604020202020204" pitchFamily="34" charset="0"/>
              </a:rPr>
              <a:t>. (n.d.). Retrieved October 21, 2024, from </a:t>
            </a:r>
            <a:r>
              <a:rPr lang="en-US" sz="600" b="0" i="0" u="sng" strike="noStrike">
                <a:solidFill>
                  <a:schemeClr val="tx1"/>
                </a:solidFill>
                <a:effectLst/>
                <a:latin typeface="Arial" panose="020B0604020202020204" pitchFamily="34" charset="0"/>
                <a:cs typeface="Arial" panose="020B0604020202020204" pitchFamily="34" charset="0"/>
                <a:hlinkClick r:id="rId38">
                  <a:extLst>
                    <a:ext uri="{A12FA001-AC4F-418D-AE19-62706E023703}">
                      <ahyp:hlinkClr xmlns:ahyp="http://schemas.microsoft.com/office/drawing/2018/hyperlinkcolor" val="tx"/>
                    </a:ext>
                  </a:extLst>
                </a:hlinkClick>
              </a:rPr>
              <a:t>https://pmc.ncbi.nlm.nih.gov/articles/PMC4650530/</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1">
                <a:solidFill>
                  <a:schemeClr val="tx1"/>
                </a:solidFill>
                <a:effectLst/>
                <a:latin typeface="Arial" panose="020B0604020202020204" pitchFamily="34" charset="0"/>
                <a:cs typeface="Arial" panose="020B0604020202020204" pitchFamily="34" charset="0"/>
              </a:rPr>
              <a:t>The Limitations of Test Scores and GPAs in College Admissions</a:t>
            </a:r>
            <a:r>
              <a:rPr lang="en-US" sz="600" b="0" i="0">
                <a:solidFill>
                  <a:schemeClr val="tx1"/>
                </a:solidFill>
                <a:effectLst/>
                <a:latin typeface="Arial" panose="020B0604020202020204" pitchFamily="34" charset="0"/>
                <a:cs typeface="Arial" panose="020B0604020202020204" pitchFamily="34" charset="0"/>
              </a:rPr>
              <a:t>. (2023, July 13). ACADEME BLOG. </a:t>
            </a:r>
            <a:r>
              <a:rPr lang="en-US" sz="600" b="0" i="0" u="sng" strike="noStrike">
                <a:solidFill>
                  <a:schemeClr val="tx1"/>
                </a:solidFill>
                <a:effectLst/>
                <a:latin typeface="Arial" panose="020B0604020202020204" pitchFamily="34" charset="0"/>
                <a:cs typeface="Arial" panose="020B0604020202020204" pitchFamily="34" charset="0"/>
                <a:hlinkClick r:id="rId39">
                  <a:extLst>
                    <a:ext uri="{A12FA001-AC4F-418D-AE19-62706E023703}">
                      <ahyp:hlinkClr xmlns:ahyp="http://schemas.microsoft.com/office/drawing/2018/hyperlinkcolor" val="tx"/>
                    </a:ext>
                  </a:extLst>
                </a:hlinkClick>
              </a:rPr>
              <a:t>https://academeblog.org/2023/07/13/the-limitations-of-test-scores-and-gpas-in-college-admissions/</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0" err="1">
                <a:solidFill>
                  <a:schemeClr val="tx1"/>
                </a:solidFill>
                <a:effectLst/>
                <a:latin typeface="Arial" panose="020B0604020202020204" pitchFamily="34" charset="0"/>
                <a:cs typeface="Arial" panose="020B0604020202020204" pitchFamily="34" charset="0"/>
              </a:rPr>
              <a:t>T.Joe</a:t>
            </a:r>
            <a:r>
              <a:rPr lang="en-US" sz="600" b="0" i="0">
                <a:solidFill>
                  <a:schemeClr val="tx1"/>
                </a:solidFill>
                <a:effectLst/>
                <a:latin typeface="Arial" panose="020B0604020202020204" pitchFamily="34" charset="0"/>
                <a:cs typeface="Arial" panose="020B0604020202020204" pitchFamily="34" charset="0"/>
              </a:rPr>
              <a:t>. (2016, October 6). </a:t>
            </a:r>
            <a:r>
              <a:rPr lang="en-US" sz="600" b="0" i="1">
                <a:solidFill>
                  <a:schemeClr val="tx1"/>
                </a:solidFill>
                <a:effectLst/>
                <a:latin typeface="Arial" panose="020B0604020202020204" pitchFamily="34" charset="0"/>
                <a:cs typeface="Arial" panose="020B0604020202020204" pitchFamily="34" charset="0"/>
              </a:rPr>
              <a:t>How to check interaction effects for a lot of predictors in R</a:t>
            </a:r>
            <a:r>
              <a:rPr lang="en-US" sz="600" b="0" i="0">
                <a:solidFill>
                  <a:schemeClr val="tx1"/>
                </a:solidFill>
                <a:effectLst/>
                <a:latin typeface="Arial" panose="020B0604020202020204" pitchFamily="34" charset="0"/>
                <a:cs typeface="Arial" panose="020B0604020202020204" pitchFamily="34" charset="0"/>
              </a:rPr>
              <a:t> [Forum post]. Stack Overflow. </a:t>
            </a:r>
            <a:r>
              <a:rPr lang="en-US" sz="600" b="0" i="0" u="sng" strike="noStrike">
                <a:solidFill>
                  <a:schemeClr val="tx1"/>
                </a:solidFill>
                <a:effectLst/>
                <a:latin typeface="Arial" panose="020B0604020202020204" pitchFamily="34" charset="0"/>
                <a:cs typeface="Arial" panose="020B0604020202020204" pitchFamily="34" charset="0"/>
                <a:hlinkClick r:id="rId40">
                  <a:extLst>
                    <a:ext uri="{A12FA001-AC4F-418D-AE19-62706E023703}">
                      <ahyp:hlinkClr xmlns:ahyp="http://schemas.microsoft.com/office/drawing/2018/hyperlinkcolor" val="tx"/>
                    </a:ext>
                  </a:extLst>
                </a:hlinkClick>
              </a:rPr>
              <a:t>https://stackoverflow.com/q/39886562/28242858</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1">
                <a:solidFill>
                  <a:schemeClr val="tx1"/>
                </a:solidFill>
                <a:effectLst/>
                <a:latin typeface="Arial" panose="020B0604020202020204" pitchFamily="34" charset="0"/>
                <a:cs typeface="Arial" panose="020B0604020202020204" pitchFamily="34" charset="0"/>
              </a:rPr>
              <a:t>T-Test, Chi-Square, ANOVA, Regression, Correlation...</a:t>
            </a:r>
            <a:r>
              <a:rPr lang="en-US" sz="600" b="0" i="0">
                <a:solidFill>
                  <a:schemeClr val="tx1"/>
                </a:solidFill>
                <a:effectLst/>
                <a:latin typeface="Arial" panose="020B0604020202020204" pitchFamily="34" charset="0"/>
                <a:cs typeface="Arial" panose="020B0604020202020204" pitchFamily="34" charset="0"/>
              </a:rPr>
              <a:t> (n.d.). Retrieved December 9, 2024, from </a:t>
            </a:r>
            <a:r>
              <a:rPr lang="en-US" sz="600" b="0" i="0" u="sng" strike="noStrike">
                <a:solidFill>
                  <a:schemeClr val="tx1"/>
                </a:solidFill>
                <a:effectLst/>
                <a:latin typeface="Arial" panose="020B0604020202020204" pitchFamily="34" charset="0"/>
                <a:cs typeface="Arial" panose="020B0604020202020204" pitchFamily="34" charset="0"/>
                <a:hlinkClick r:id="rId41">
                  <a:extLst>
                    <a:ext uri="{A12FA001-AC4F-418D-AE19-62706E023703}">
                      <ahyp:hlinkClr xmlns:ahyp="http://schemas.microsoft.com/office/drawing/2018/hyperlinkcolor" val="tx"/>
                    </a:ext>
                  </a:extLst>
                </a:hlinkClick>
              </a:rPr>
              <a:t>https://datatab.net/tutorial/linear-regression</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1">
                <a:solidFill>
                  <a:schemeClr val="tx1"/>
                </a:solidFill>
                <a:effectLst/>
                <a:latin typeface="Arial" panose="020B0604020202020204" pitchFamily="34" charset="0"/>
                <a:cs typeface="Arial" panose="020B0604020202020204" pitchFamily="34" charset="0"/>
              </a:rPr>
              <a:t>Using Effect Size—Or Why the P Value Is Not Enough—PMC</a:t>
            </a:r>
            <a:r>
              <a:rPr lang="en-US" sz="600" b="0" i="0">
                <a:solidFill>
                  <a:schemeClr val="tx1"/>
                </a:solidFill>
                <a:effectLst/>
                <a:latin typeface="Arial" panose="020B0604020202020204" pitchFamily="34" charset="0"/>
                <a:cs typeface="Arial" panose="020B0604020202020204" pitchFamily="34" charset="0"/>
              </a:rPr>
              <a:t>. (n.d.). Retrieved October 21, 2024, from </a:t>
            </a:r>
            <a:r>
              <a:rPr lang="en-US" sz="600" b="0" i="0" u="sng" strike="noStrike">
                <a:solidFill>
                  <a:schemeClr val="tx1"/>
                </a:solidFill>
                <a:effectLst/>
                <a:latin typeface="Arial" panose="020B0604020202020204" pitchFamily="34" charset="0"/>
                <a:cs typeface="Arial" panose="020B0604020202020204" pitchFamily="34" charset="0"/>
                <a:hlinkClick r:id="rId42">
                  <a:extLst>
                    <a:ext uri="{A12FA001-AC4F-418D-AE19-62706E023703}">
                      <ahyp:hlinkClr xmlns:ahyp="http://schemas.microsoft.com/office/drawing/2018/hyperlinkcolor" val="tx"/>
                    </a:ext>
                  </a:extLst>
                </a:hlinkClick>
              </a:rPr>
              <a:t>https://pmc.ncbi.nlm.nih.gov/articles/PMC3444174/</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1">
                <a:solidFill>
                  <a:schemeClr val="tx1"/>
                </a:solidFill>
                <a:effectLst/>
                <a:latin typeface="Arial" panose="020B0604020202020204" pitchFamily="34" charset="0"/>
                <a:cs typeface="Arial" panose="020B0604020202020204" pitchFamily="34" charset="0"/>
              </a:rPr>
              <a:t>What Is a Residual in Stats? | Outlier</a:t>
            </a:r>
            <a:r>
              <a:rPr lang="en-US" sz="600" b="0" i="0">
                <a:solidFill>
                  <a:schemeClr val="tx1"/>
                </a:solidFill>
                <a:effectLst/>
                <a:latin typeface="Arial" panose="020B0604020202020204" pitchFamily="34" charset="0"/>
                <a:cs typeface="Arial" panose="020B0604020202020204" pitchFamily="34" charset="0"/>
              </a:rPr>
              <a:t>. (2022, March 2). </a:t>
            </a:r>
            <a:r>
              <a:rPr lang="en-US" sz="600" b="0" i="0" u="sng" strike="noStrike">
                <a:solidFill>
                  <a:schemeClr val="tx1"/>
                </a:solidFill>
                <a:effectLst/>
                <a:latin typeface="Arial" panose="020B0604020202020204" pitchFamily="34" charset="0"/>
                <a:cs typeface="Arial" panose="020B0604020202020204" pitchFamily="34" charset="0"/>
                <a:hlinkClick r:id="rId43">
                  <a:extLst>
                    <a:ext uri="{A12FA001-AC4F-418D-AE19-62706E023703}">
                      <ahyp:hlinkClr xmlns:ahyp="http://schemas.microsoft.com/office/drawing/2018/hyperlinkcolor" val="tx"/>
                    </a:ext>
                  </a:extLst>
                </a:hlinkClick>
              </a:rPr>
              <a:t>https://articles.outlier.org/what-is-a-residual-in-stats</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1">
                <a:solidFill>
                  <a:schemeClr val="tx1"/>
                </a:solidFill>
                <a:effectLst/>
                <a:latin typeface="Arial" panose="020B0604020202020204" pitchFamily="34" charset="0"/>
                <a:cs typeface="Arial" panose="020B0604020202020204" pitchFamily="34" charset="0"/>
              </a:rPr>
              <a:t>What is the EQ-</a:t>
            </a:r>
            <a:r>
              <a:rPr lang="en-US" sz="600" b="0" i="1" err="1">
                <a:solidFill>
                  <a:schemeClr val="tx1"/>
                </a:solidFill>
                <a:effectLst/>
                <a:latin typeface="Arial" panose="020B0604020202020204" pitchFamily="34" charset="0"/>
                <a:cs typeface="Arial" panose="020B0604020202020204" pitchFamily="34" charset="0"/>
              </a:rPr>
              <a:t>i</a:t>
            </a:r>
            <a:r>
              <a:rPr lang="en-US" sz="600" b="0" i="1">
                <a:solidFill>
                  <a:schemeClr val="tx1"/>
                </a:solidFill>
                <a:effectLst/>
                <a:latin typeface="Arial" panose="020B0604020202020204" pitchFamily="34" charset="0"/>
                <a:cs typeface="Arial" panose="020B0604020202020204" pitchFamily="34" charset="0"/>
              </a:rPr>
              <a:t> 2.0 and emotional intelligence?</a:t>
            </a:r>
            <a:r>
              <a:rPr lang="en-US" sz="600" b="0" i="0">
                <a:solidFill>
                  <a:schemeClr val="tx1"/>
                </a:solidFill>
                <a:effectLst/>
                <a:latin typeface="Arial" panose="020B0604020202020204" pitchFamily="34" charset="0"/>
                <a:cs typeface="Arial" panose="020B0604020202020204" pitchFamily="34" charset="0"/>
              </a:rPr>
              <a:t> (n.d.). The Emotional Intelligence Training Company. Retrieved November 18, 2024, from </a:t>
            </a:r>
            <a:r>
              <a:rPr lang="en-US" sz="600" b="0" i="0" u="sng" strike="noStrike">
                <a:solidFill>
                  <a:schemeClr val="tx1"/>
                </a:solidFill>
                <a:effectLst/>
                <a:latin typeface="Arial" panose="020B0604020202020204" pitchFamily="34" charset="0"/>
                <a:cs typeface="Arial" panose="020B0604020202020204" pitchFamily="34" charset="0"/>
                <a:hlinkClick r:id="rId44">
                  <a:extLst>
                    <a:ext uri="{A12FA001-AC4F-418D-AE19-62706E023703}">
                      <ahyp:hlinkClr xmlns:ahyp="http://schemas.microsoft.com/office/drawing/2018/hyperlinkcolor" val="tx"/>
                    </a:ext>
                  </a:extLst>
                </a:hlinkClick>
              </a:rPr>
              <a:t>https://www.eitrainingcompany.com/eq-i/</a:t>
            </a:r>
            <a:r>
              <a:rPr lang="en-US" sz="600" b="0" i="0">
                <a:solidFill>
                  <a:schemeClr val="tx1"/>
                </a:solidFill>
                <a:effectLst/>
                <a:latin typeface="Arial" panose="020B0604020202020204" pitchFamily="34" charset="0"/>
                <a:cs typeface="Arial" panose="020B0604020202020204" pitchFamily="34" charset="0"/>
              </a:rPr>
              <a:t> </a:t>
            </a:r>
          </a:p>
          <a:p>
            <a:pPr algn="l" rtl="0" fontAlgn="base"/>
            <a:r>
              <a:rPr lang="en-US" sz="600" b="0" i="0">
                <a:solidFill>
                  <a:schemeClr val="tx1"/>
                </a:solidFill>
                <a:effectLst/>
                <a:latin typeface="Arial" panose="020B0604020202020204" pitchFamily="34" charset="0"/>
                <a:cs typeface="Arial" panose="020B0604020202020204" pitchFamily="34" charset="0"/>
              </a:rPr>
              <a:t>Zins, J. E., &amp; Elias, M. J. (2006). Social and Emotional Learning. In </a:t>
            </a:r>
            <a:r>
              <a:rPr lang="en-US" sz="600" b="0" i="1">
                <a:solidFill>
                  <a:schemeClr val="tx1"/>
                </a:solidFill>
                <a:effectLst/>
                <a:latin typeface="Arial" panose="020B0604020202020204" pitchFamily="34" charset="0"/>
                <a:cs typeface="Arial" panose="020B0604020202020204" pitchFamily="34" charset="0"/>
              </a:rPr>
              <a:t>Children’s needs III: Development, prevention, and intervention</a:t>
            </a:r>
            <a:r>
              <a:rPr lang="en-US" sz="600" b="0" i="0">
                <a:solidFill>
                  <a:schemeClr val="tx1"/>
                </a:solidFill>
                <a:effectLst/>
                <a:latin typeface="Arial" panose="020B0604020202020204" pitchFamily="34" charset="0"/>
                <a:cs typeface="Arial" panose="020B0604020202020204" pitchFamily="34" charset="0"/>
              </a:rPr>
              <a:t> (pp. 1–13). National Association of School Psychologists. </a:t>
            </a:r>
          </a:p>
          <a:p>
            <a:pPr algn="l" rtl="0" fontAlgn="base">
              <a:spcAft>
                <a:spcPts val="800"/>
              </a:spcAft>
            </a:pPr>
            <a:r>
              <a:rPr lang="en-US" sz="600" b="0" i="0">
                <a:solidFill>
                  <a:schemeClr val="tx1"/>
                </a:solidFill>
                <a:effectLst/>
                <a:latin typeface="Arial" panose="020B0604020202020204" pitchFamily="34" charset="0"/>
                <a:cs typeface="Arial" panose="020B0604020202020204" pitchFamily="34" charset="0"/>
              </a:rPr>
              <a:t> </a:t>
            </a:r>
          </a:p>
          <a:p>
            <a:pPr algn="ctr"/>
            <a:endParaRPr lang="en-US" sz="600" b="1">
              <a:solidFill>
                <a:schemeClr val="tx1"/>
              </a:solidFill>
              <a:latin typeface="Arial" panose="020B0604020202020204" pitchFamily="34" charset="0"/>
              <a:ea typeface="Tahoma" pitchFamily="34" charset="0"/>
              <a:cs typeface="Arial" panose="020B0604020202020204" pitchFamily="34" charset="0"/>
            </a:endParaRPr>
          </a:p>
          <a:p>
            <a:pPr algn="ctr"/>
            <a:endParaRPr lang="en-US" sz="800" i="0">
              <a:solidFill>
                <a:schemeClr val="tx1"/>
              </a:solidFill>
              <a:effectLst/>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D17F7D20-0BDA-CB71-BD66-8DE476CDF851}"/>
              </a:ext>
            </a:extLst>
          </p:cNvPr>
          <p:cNvPicPr>
            <a:picLocks noChangeAspect="1"/>
          </p:cNvPicPr>
          <p:nvPr/>
        </p:nvPicPr>
        <p:blipFill>
          <a:blip r:embed="rId45"/>
          <a:stretch>
            <a:fillRect/>
          </a:stretch>
        </p:blipFill>
        <p:spPr>
          <a:xfrm>
            <a:off x="9458427" y="4468429"/>
            <a:ext cx="12200840" cy="6458999"/>
          </a:xfrm>
          <a:prstGeom prst="rect">
            <a:avLst/>
          </a:prstGeom>
        </p:spPr>
      </p:pic>
      <p:pic>
        <p:nvPicPr>
          <p:cNvPr id="1026" name="Picture 2">
            <a:extLst>
              <a:ext uri="{FF2B5EF4-FFF2-40B4-BE49-F238E27FC236}">
                <a16:creationId xmlns:a16="http://schemas.microsoft.com/office/drawing/2014/main" id="{35D1EB6C-CA03-EE5F-902A-7B9633D30795}"/>
              </a:ext>
            </a:extLst>
          </p:cNvPr>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22182330" y="4604551"/>
            <a:ext cx="9800051" cy="604803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5AAFAA5F-1FC1-9987-ED30-FAD996160204}"/>
              </a:ext>
            </a:extLst>
          </p:cNvPr>
          <p:cNvSpPr txBox="1"/>
          <p:nvPr/>
        </p:nvSpPr>
        <p:spPr>
          <a:xfrm>
            <a:off x="22957572" y="10884411"/>
            <a:ext cx="8249566" cy="400110"/>
          </a:xfrm>
          <a:prstGeom prst="rect">
            <a:avLst/>
          </a:prstGeom>
          <a:noFill/>
        </p:spPr>
        <p:txBody>
          <a:bodyPr wrap="none" rtlCol="0">
            <a:spAutoFit/>
          </a:bodyPr>
          <a:lstStyle/>
          <a:p>
            <a:r>
              <a:rPr lang="en-US" sz="2000" b="1">
                <a:latin typeface="Arial" panose="020B0604020202020204" pitchFamily="34" charset="0"/>
                <a:ea typeface="Tahoma" pitchFamily="34" charset="0"/>
                <a:cs typeface="Arial" panose="020B0604020202020204" pitchFamily="34" charset="0"/>
              </a:rPr>
              <a:t>Fig 1: </a:t>
            </a:r>
            <a:r>
              <a:rPr lang="en-US" sz="2000" i="1">
                <a:solidFill>
                  <a:srgbClr val="000000"/>
                </a:solidFill>
                <a:effectLst/>
                <a:latin typeface="Arial" panose="020B0604020202020204" pitchFamily="34" charset="0"/>
                <a:cs typeface="Arial" panose="020B0604020202020204" pitchFamily="34" charset="0"/>
              </a:rPr>
              <a:t>Model 7</a:t>
            </a:r>
            <a:r>
              <a:rPr lang="en-US" sz="2000" b="1" i="1">
                <a:solidFill>
                  <a:srgbClr val="000000"/>
                </a:solidFill>
                <a:effectLst/>
                <a:latin typeface="Arial" panose="020B0604020202020204" pitchFamily="34" charset="0"/>
                <a:cs typeface="Arial" panose="020B0604020202020204" pitchFamily="34" charset="0"/>
              </a:rPr>
              <a:t>:</a:t>
            </a:r>
            <a:r>
              <a:rPr lang="en-US" sz="2000" b="0" i="1">
                <a:solidFill>
                  <a:srgbClr val="000000"/>
                </a:solidFill>
                <a:effectLst/>
                <a:latin typeface="Arial" panose="020B0604020202020204" pitchFamily="34" charset="0"/>
                <a:cs typeface="Arial" panose="020B0604020202020204" pitchFamily="34" charset="0"/>
              </a:rPr>
              <a:t> Comparing </a:t>
            </a:r>
            <a:r>
              <a:rPr lang="en-US" sz="2000" b="0" i="1" err="1">
                <a:solidFill>
                  <a:srgbClr val="000000"/>
                </a:solidFill>
                <a:effectLst/>
                <a:latin typeface="Arial" panose="020B0604020202020204" pitchFamily="34" charset="0"/>
                <a:cs typeface="Arial" panose="020B0604020202020204" pitchFamily="34" charset="0"/>
              </a:rPr>
              <a:t>yi</a:t>
            </a:r>
            <a:r>
              <a:rPr lang="en-US" sz="2000" b="0" i="1">
                <a:solidFill>
                  <a:srgbClr val="000000"/>
                </a:solidFill>
                <a:effectLst/>
                <a:latin typeface="Arial" panose="020B0604020202020204" pitchFamily="34" charset="0"/>
                <a:cs typeface="Arial" panose="020B0604020202020204" pitchFamily="34" charset="0"/>
              </a:rPr>
              <a:t> (effect size) with vi (variance) an n (age).</a:t>
            </a:r>
            <a:endParaRPr lang="en-US" sz="2000" i="1">
              <a:latin typeface="Arial" panose="020B0604020202020204" pitchFamily="34" charset="0"/>
              <a:ea typeface="Tahoma" pitchFamily="34" charset="0"/>
              <a:cs typeface="Arial" panose="020B0604020202020204" pitchFamily="34" charset="0"/>
            </a:endParaRPr>
          </a:p>
        </p:txBody>
      </p:sp>
      <p:sp>
        <p:nvSpPr>
          <p:cNvPr id="17" name="TextBox 16">
            <a:extLst>
              <a:ext uri="{FF2B5EF4-FFF2-40B4-BE49-F238E27FC236}">
                <a16:creationId xmlns:a16="http://schemas.microsoft.com/office/drawing/2014/main" id="{822A41FE-1E96-2D54-D613-0FD7045D35CA}"/>
              </a:ext>
            </a:extLst>
          </p:cNvPr>
          <p:cNvSpPr txBox="1"/>
          <p:nvPr/>
        </p:nvSpPr>
        <p:spPr>
          <a:xfrm>
            <a:off x="12454670" y="11006690"/>
            <a:ext cx="6249147" cy="400110"/>
          </a:xfrm>
          <a:prstGeom prst="rect">
            <a:avLst/>
          </a:prstGeom>
          <a:noFill/>
        </p:spPr>
        <p:txBody>
          <a:bodyPr wrap="none" rtlCol="0">
            <a:spAutoFit/>
          </a:bodyPr>
          <a:lstStyle/>
          <a:p>
            <a:r>
              <a:rPr lang="en-US" sz="2000" b="1">
                <a:latin typeface="Arial" panose="020B0604020202020204" pitchFamily="34" charset="0"/>
                <a:ea typeface="Tahoma" pitchFamily="34" charset="0"/>
                <a:cs typeface="Arial" panose="020B0604020202020204" pitchFamily="34" charset="0"/>
              </a:rPr>
              <a:t>Table 1: </a:t>
            </a:r>
            <a:r>
              <a:rPr lang="en-US" sz="2000" b="1" i="1">
                <a:solidFill>
                  <a:srgbClr val="000000"/>
                </a:solidFill>
                <a:effectLst/>
                <a:latin typeface="Arial" panose="020B0604020202020204" pitchFamily="34" charset="0"/>
                <a:cs typeface="Arial" panose="020B0604020202020204" pitchFamily="34" charset="0"/>
              </a:rPr>
              <a:t>Output of Regression Analysis, Model # 7</a:t>
            </a:r>
            <a:endParaRPr lang="en-US" sz="2000">
              <a:latin typeface="Arial" panose="020B0604020202020204" pitchFamily="34" charset="0"/>
              <a:ea typeface="Tahoma" pitchFamily="34" charset="0"/>
              <a:cs typeface="Arial" panose="020B0604020202020204" pitchFamily="34" charset="0"/>
            </a:endParaRPr>
          </a:p>
        </p:txBody>
      </p:sp>
      <p:pic>
        <p:nvPicPr>
          <p:cNvPr id="1028" name="Picture 4" descr="A diagram of a company structure&#10;&#10;Description automatically generated">
            <a:extLst>
              <a:ext uri="{FF2B5EF4-FFF2-40B4-BE49-F238E27FC236}">
                <a16:creationId xmlns:a16="http://schemas.microsoft.com/office/drawing/2014/main" id="{61314768-50EC-808A-CA66-DB84FC6CB6AE}"/>
              </a:ext>
            </a:extLst>
          </p:cNvPr>
          <p:cNvPicPr>
            <a:picLocks noChangeAspect="1" noChangeArrowheads="1"/>
          </p:cNvPicPr>
          <p:nvPr/>
        </p:nvPicPr>
        <p:blipFill rotWithShape="1">
          <a:blip r:embed="rId47">
            <a:extLst>
              <a:ext uri="{28A0092B-C50C-407E-A947-70E740481C1C}">
                <a14:useLocalDpi xmlns:a14="http://schemas.microsoft.com/office/drawing/2010/main" val="0"/>
              </a:ext>
            </a:extLst>
          </a:blip>
          <a:srcRect l="20989" r="20524"/>
          <a:stretch/>
        </p:blipFill>
        <p:spPr bwMode="auto">
          <a:xfrm rot="5400000">
            <a:off x="11767992" y="21566377"/>
            <a:ext cx="7300402" cy="1248214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ADC6EB4-2248-892E-8D4B-9612D83D00B9}"/>
              </a:ext>
            </a:extLst>
          </p:cNvPr>
          <p:cNvSpPr txBox="1"/>
          <p:nvPr/>
        </p:nvSpPr>
        <p:spPr>
          <a:xfrm>
            <a:off x="13586767" y="31585423"/>
            <a:ext cx="5091650" cy="400110"/>
          </a:xfrm>
          <a:prstGeom prst="rect">
            <a:avLst/>
          </a:prstGeom>
          <a:noFill/>
        </p:spPr>
        <p:txBody>
          <a:bodyPr wrap="none" rtlCol="0">
            <a:spAutoFit/>
          </a:bodyPr>
          <a:lstStyle/>
          <a:p>
            <a:r>
              <a:rPr lang="en-US" sz="2000" b="1">
                <a:latin typeface="Arial" panose="020B0604020202020204" pitchFamily="34" charset="0"/>
                <a:ea typeface="Tahoma" pitchFamily="34" charset="0"/>
                <a:cs typeface="Arial" panose="020B0604020202020204" pitchFamily="34" charset="0"/>
              </a:rPr>
              <a:t>Fig 2: </a:t>
            </a:r>
            <a:r>
              <a:rPr lang="en-US" sz="2000" i="1">
                <a:solidFill>
                  <a:srgbClr val="000000"/>
                </a:solidFill>
                <a:effectLst/>
                <a:latin typeface="Arial" panose="020B0604020202020204" pitchFamily="34" charset="0"/>
                <a:cs typeface="Arial" panose="020B0604020202020204" pitchFamily="34" charset="0"/>
              </a:rPr>
              <a:t>Results of the Branched Tree Model.</a:t>
            </a:r>
            <a:endParaRPr lang="en-US" sz="2000" i="1">
              <a:latin typeface="Arial" panose="020B0604020202020204" pitchFamily="34" charset="0"/>
              <a:ea typeface="Tahoma" pitchFamily="34" charset="0"/>
              <a:cs typeface="Arial" panose="020B0604020202020204" pitchFamily="34" charset="0"/>
            </a:endParaRPr>
          </a:p>
        </p:txBody>
      </p:sp>
      <p:pic>
        <p:nvPicPr>
          <p:cNvPr id="20" name="Picture 19">
            <a:extLst>
              <a:ext uri="{FF2B5EF4-FFF2-40B4-BE49-F238E27FC236}">
                <a16:creationId xmlns:a16="http://schemas.microsoft.com/office/drawing/2014/main" id="{75434E89-D0A7-F63F-4124-A71E23A77CEC}"/>
              </a:ext>
            </a:extLst>
          </p:cNvPr>
          <p:cNvPicPr>
            <a:picLocks noChangeAspect="1"/>
          </p:cNvPicPr>
          <p:nvPr/>
        </p:nvPicPr>
        <p:blipFill>
          <a:blip r:embed="rId48"/>
          <a:stretch>
            <a:fillRect/>
          </a:stretch>
        </p:blipFill>
        <p:spPr>
          <a:xfrm>
            <a:off x="22591640" y="24033199"/>
            <a:ext cx="9390741" cy="7356259"/>
          </a:xfrm>
          <a:prstGeom prst="rect">
            <a:avLst/>
          </a:prstGeom>
        </p:spPr>
      </p:pic>
      <p:sp>
        <p:nvSpPr>
          <p:cNvPr id="23" name="TextBox 22">
            <a:extLst>
              <a:ext uri="{FF2B5EF4-FFF2-40B4-BE49-F238E27FC236}">
                <a16:creationId xmlns:a16="http://schemas.microsoft.com/office/drawing/2014/main" id="{6AA32E89-69BE-1AA9-A2FC-69C8520FED1F}"/>
              </a:ext>
            </a:extLst>
          </p:cNvPr>
          <p:cNvSpPr txBox="1"/>
          <p:nvPr/>
        </p:nvSpPr>
        <p:spPr>
          <a:xfrm>
            <a:off x="24403384" y="31570101"/>
            <a:ext cx="5357942" cy="400110"/>
          </a:xfrm>
          <a:prstGeom prst="rect">
            <a:avLst/>
          </a:prstGeom>
          <a:noFill/>
        </p:spPr>
        <p:txBody>
          <a:bodyPr wrap="none" rtlCol="0">
            <a:spAutoFit/>
          </a:bodyPr>
          <a:lstStyle/>
          <a:p>
            <a:r>
              <a:rPr lang="en-US" sz="2000" b="1">
                <a:latin typeface="Arial" panose="020B0604020202020204" pitchFamily="34" charset="0"/>
                <a:ea typeface="Tahoma" pitchFamily="34" charset="0"/>
                <a:cs typeface="Arial" panose="020B0604020202020204" pitchFamily="34" charset="0"/>
              </a:rPr>
              <a:t>Table 2: </a:t>
            </a:r>
            <a:r>
              <a:rPr lang="en-US" sz="2000" i="1">
                <a:solidFill>
                  <a:srgbClr val="000000"/>
                </a:solidFill>
                <a:effectLst/>
                <a:latin typeface="Arial" panose="020B0604020202020204" pitchFamily="34" charset="0"/>
                <a:cs typeface="Arial" panose="020B0604020202020204" pitchFamily="34" charset="0"/>
              </a:rPr>
              <a:t>Results of the Branched Tree Model.</a:t>
            </a:r>
            <a:endParaRPr lang="en-US" sz="2000" i="1">
              <a:latin typeface="Arial" panose="020B0604020202020204" pitchFamily="34" charset="0"/>
              <a:ea typeface="Tahoma" pitchFamily="34" charset="0"/>
              <a:cs typeface="Arial" panose="020B0604020202020204" pitchFamily="34" charset="0"/>
            </a:endParaRPr>
          </a:p>
        </p:txBody>
      </p:sp>
      <p:pic>
        <p:nvPicPr>
          <p:cNvPr id="25" name="Picture 24">
            <a:extLst>
              <a:ext uri="{FF2B5EF4-FFF2-40B4-BE49-F238E27FC236}">
                <a16:creationId xmlns:a16="http://schemas.microsoft.com/office/drawing/2014/main" id="{D7FDF9CB-B8CB-5DE8-DE45-ACA39FB7B616}"/>
              </a:ext>
            </a:extLst>
          </p:cNvPr>
          <p:cNvPicPr>
            <a:picLocks noChangeAspect="1"/>
          </p:cNvPicPr>
          <p:nvPr/>
        </p:nvPicPr>
        <p:blipFill>
          <a:blip r:embed="rId49"/>
          <a:stretch>
            <a:fillRect/>
          </a:stretch>
        </p:blipFill>
        <p:spPr>
          <a:xfrm>
            <a:off x="23831373" y="32435227"/>
            <a:ext cx="8151008" cy="4030435"/>
          </a:xfrm>
          <a:prstGeom prst="rect">
            <a:avLst/>
          </a:prstGeom>
        </p:spPr>
      </p:pic>
      <p:sp>
        <p:nvSpPr>
          <p:cNvPr id="26" name="TextBox 25">
            <a:extLst>
              <a:ext uri="{FF2B5EF4-FFF2-40B4-BE49-F238E27FC236}">
                <a16:creationId xmlns:a16="http://schemas.microsoft.com/office/drawing/2014/main" id="{0123C491-90C7-1D49-4FEC-52A69EC8D472}"/>
              </a:ext>
            </a:extLst>
          </p:cNvPr>
          <p:cNvSpPr txBox="1"/>
          <p:nvPr/>
        </p:nvSpPr>
        <p:spPr>
          <a:xfrm>
            <a:off x="25274833" y="36531066"/>
            <a:ext cx="5555047" cy="400110"/>
          </a:xfrm>
          <a:prstGeom prst="rect">
            <a:avLst/>
          </a:prstGeom>
          <a:noFill/>
        </p:spPr>
        <p:txBody>
          <a:bodyPr wrap="none" rtlCol="0">
            <a:spAutoFit/>
          </a:bodyPr>
          <a:lstStyle/>
          <a:p>
            <a:r>
              <a:rPr lang="en-US" sz="2000" b="1">
                <a:latin typeface="Arial" panose="020B0604020202020204" pitchFamily="34" charset="0"/>
                <a:ea typeface="Tahoma" pitchFamily="34" charset="0"/>
                <a:cs typeface="Arial" panose="020B0604020202020204" pitchFamily="34" charset="0"/>
              </a:rPr>
              <a:t>Table 3: </a:t>
            </a:r>
            <a:r>
              <a:rPr lang="en-US" sz="2000" i="1">
                <a:solidFill>
                  <a:srgbClr val="000000"/>
                </a:solidFill>
                <a:effectLst/>
                <a:latin typeface="Arial" panose="020B0604020202020204" pitchFamily="34" charset="0"/>
                <a:cs typeface="Arial" panose="020B0604020202020204" pitchFamily="34" charset="0"/>
              </a:rPr>
              <a:t>Results of the Cross-Validation Model.</a:t>
            </a:r>
            <a:endParaRPr lang="en-US" sz="2000" i="1">
              <a:latin typeface="Arial" panose="020B0604020202020204" pitchFamily="34" charset="0"/>
              <a:ea typeface="Tahoma"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D197CC202ED7143BBB6EF5E662540E1" ma:contentTypeVersion="4" ma:contentTypeDescription="Create a new document." ma:contentTypeScope="" ma:versionID="cf7eda145ad0002f1e8b655eca1fc87d">
  <xsd:schema xmlns:xsd="http://www.w3.org/2001/XMLSchema" xmlns:xs="http://www.w3.org/2001/XMLSchema" xmlns:p="http://schemas.microsoft.com/office/2006/metadata/properties" xmlns:ns2="9bc77575-20d2-4123-a5b3-a3607daee3c4" targetNamespace="http://schemas.microsoft.com/office/2006/metadata/properties" ma:root="true" ma:fieldsID="0c8a8adb0f48f6581bf8e26b40489a19" ns2:_="">
    <xsd:import namespace="9bc77575-20d2-4123-a5b3-a3607daee3c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bc77575-20d2-4123-a5b3-a3607daee3c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5CE0487-D423-4D95-A279-9D109A36BB77}">
  <ds:schemaRefs>
    <ds:schemaRef ds:uri="9bc77575-20d2-4123-a5b3-a3607daee3c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14FB476-4287-431E-90C6-DEBB47CB585F}">
  <ds:schemaRefs>
    <ds:schemaRef ds:uri="http://schemas.microsoft.com/sharepoint/v3/contenttype/forms"/>
  </ds:schemaRefs>
</ds:datastoreItem>
</file>

<file path=customXml/itemProps3.xml><?xml version="1.0" encoding="utf-8"?>
<ds:datastoreItem xmlns:ds="http://schemas.openxmlformats.org/officeDocument/2006/customXml" ds:itemID="{D994F947-B902-41BE-9D19-1C42EAE5CE1C}">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Facet</Template>
  <Application>Microsoft Office PowerPoint</Application>
  <PresentationFormat>Custom</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Facet</vt:lpstr>
      <vt:lpstr>PowerPoint Presentation</vt:lpstr>
    </vt:vector>
  </TitlesOfParts>
  <Company>Clark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drourke</dc:creator>
  <cp:revision>1</cp:revision>
  <dcterms:created xsi:type="dcterms:W3CDTF">2012-05-15T13:22:51Z</dcterms:created>
  <dcterms:modified xsi:type="dcterms:W3CDTF">2025-03-17T17:38:08Z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0x010100ED197CC202ED7143BBB6EF5E662540E1</vt:lpwstr>
  </property>
</Properties>
</file>